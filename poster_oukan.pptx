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30275213" cy="4280376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9" d="100"/>
          <a:sy n="19" d="100"/>
        </p:scale>
        <p:origin x="3664" y="328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DB59BBA-6D1F-D8FC-C886-3C1DD5E64F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kumimoji="1" lang="en-US" altLang="ja-JP"/>
              <a:t>CHPS Camp 2025.10.30-31</a:t>
            </a:r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062750C-2E32-2A89-F06C-ACBBB55C81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4F44F-C54D-4C9B-8D0A-99995B90894A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886D0-5020-6E9E-477E-C685F9DD6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C83648-A312-ABC9-A83B-CAA13C651A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F15C7-33BD-48FA-8EB2-28704FE996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88130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JP"/>
              <a:t>CHPS Camp 2025.10.30-31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D0D6B-84F8-0A45-ADC1-3C71FDF4AF14}" type="datetimeFigureOut">
              <a:rPr lang="en-JP" smtClean="0"/>
              <a:t>11/28/25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5B43D-A405-FB4F-8CE2-7FADAE26F5C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38559691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C7058-F17E-372F-2227-B466C25E4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402" y="7005156"/>
            <a:ext cx="22706410" cy="14902051"/>
          </a:xfrm>
        </p:spPr>
        <p:txBody>
          <a:bodyPr anchor="b"/>
          <a:lstStyle>
            <a:lvl1pPr algn="ctr"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6F9BA-4AC8-D47F-C711-CF450758F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5960"/>
            </a:lvl1pPr>
            <a:lvl2pPr marL="1135319" indent="0" algn="ctr">
              <a:buNone/>
              <a:defRPr sz="4966"/>
            </a:lvl2pPr>
            <a:lvl3pPr marL="2270638" indent="0" algn="ctr">
              <a:buNone/>
              <a:defRPr sz="4470"/>
            </a:lvl3pPr>
            <a:lvl4pPr marL="3405957" indent="0" algn="ctr">
              <a:buNone/>
              <a:defRPr sz="3973"/>
            </a:lvl4pPr>
            <a:lvl5pPr marL="4541276" indent="0" algn="ctr">
              <a:buNone/>
              <a:defRPr sz="3973"/>
            </a:lvl5pPr>
            <a:lvl6pPr marL="5676595" indent="0" algn="ctr">
              <a:buNone/>
              <a:defRPr sz="3973"/>
            </a:lvl6pPr>
            <a:lvl7pPr marL="6811914" indent="0" algn="ctr">
              <a:buNone/>
              <a:defRPr sz="3973"/>
            </a:lvl7pPr>
            <a:lvl8pPr marL="7947233" indent="0" algn="ctr">
              <a:buNone/>
              <a:defRPr sz="3973"/>
            </a:lvl8pPr>
            <a:lvl9pPr marL="9082552" indent="0" algn="ctr">
              <a:buNone/>
              <a:defRPr sz="3973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E6E078-B0A8-374F-EEE2-BB8AE5905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FECF2-E9B2-44FB-B3C1-6F1ABD30BEDF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D9B88-7E67-3A0A-7434-BF334341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87A79-BD80-313C-26A8-1BE6A93F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2272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46E98E-09E5-3F2D-030F-92C84C21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FF4D60-3ABD-400D-6231-07E0D1993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D0A8B1-EECB-4B78-C2E9-411FF934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02299-8DBC-4245-87C6-3E62A2ACA6A6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4C8DA-6683-B216-9F92-1C4A9E73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535CEF-8357-4950-9D77-D3433599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305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4848E-6E15-DA42-FBCF-18256E7A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3" y="10671222"/>
            <a:ext cx="26112371" cy="17805173"/>
          </a:xfrm>
        </p:spPr>
        <p:txBody>
          <a:bodyPr anchor="b"/>
          <a:lstStyle>
            <a:lvl1pPr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71054B-BD25-652E-D031-ED6D3F976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653" y="28644839"/>
            <a:ext cx="26112371" cy="9363320"/>
          </a:xfrm>
        </p:spPr>
        <p:txBody>
          <a:bodyPr/>
          <a:lstStyle>
            <a:lvl1pPr marL="0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1pPr>
            <a:lvl2pPr marL="1135319" indent="0">
              <a:buNone/>
              <a:defRPr sz="4966">
                <a:solidFill>
                  <a:schemeClr val="tx1">
                    <a:tint val="82000"/>
                  </a:schemeClr>
                </a:solidFill>
              </a:defRPr>
            </a:lvl2pPr>
            <a:lvl3pPr marL="2270638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3pPr>
            <a:lvl4pPr marL="3405957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4pPr>
            <a:lvl5pPr marL="4541276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5pPr>
            <a:lvl6pPr marL="5676595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6pPr>
            <a:lvl7pPr marL="6811914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7pPr>
            <a:lvl8pPr marL="7947233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8pPr>
            <a:lvl9pPr marL="9082552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EB535-9065-0F2F-033D-AA979BBE1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90C1E-006A-471F-A583-7AAA8224009B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ACCFF7-4082-1DB5-A7C0-5986452E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4DDFD6-C63B-115B-B22F-F68EFBA8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542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AC84D-1EDC-EF0F-3CC3-C4744D8C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6B91D-04C0-A593-3934-9401915D91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B49D94-E4D5-516B-F9B0-5735DA287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B4A894F-C2D2-300F-7E75-720D759E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4F39A-FAA3-4B27-BC07-2AA343CBE051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3C73C4-49DD-6A52-84A6-30745B29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29D12-1276-FBEA-6E77-44A6AC46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84567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33CB0-71BD-0B16-2C63-06F40D7B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4" y="2278907"/>
            <a:ext cx="26112371" cy="827341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74872C-2B12-26C2-C119-BADD8727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365" y="10492870"/>
            <a:ext cx="12807833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59AD27-0A5A-BC42-A4B3-3EF5C74FA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365" y="15635264"/>
            <a:ext cx="12807833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6EE6D99-284F-9D5E-CBC3-7A8D787DE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6827" y="10492870"/>
            <a:ext cx="12870909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6228A4-2E17-1C8C-0269-A48CF8D12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6827" y="15635264"/>
            <a:ext cx="12870909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697EBAC-EA3C-FC72-09C1-7E52E8683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AD22A-55F2-4547-A5CA-A5A999E6556D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6A1C3-9D79-EF58-6440-46FA21BE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15C9C54-6ABB-EBA4-8A6E-B6F90C854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95008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E74465-7FB9-FFDB-5372-EC76AAA40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F0455F-FFF0-F9DA-340E-329FFF24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7EEDF-E3BE-4535-8538-9CF15E9FEAAB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2172AED-DB60-7AF8-4CB1-FBBF46094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7A93A3-B6E9-45DC-D658-FF86F9BB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0210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DC4AA7-1391-A576-DDA0-03634997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45DA-CECE-4290-9A52-6E01FD60E4F0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25198-A93D-F802-4B7D-52114A11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640C-57E2-47B7-953A-2DA4E322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46169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B808A-A6CF-9A2A-F238-AE46D353D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3E228-FBA3-6B0C-898B-81C54A654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>
              <a:defRPr sz="7946"/>
            </a:lvl1pPr>
            <a:lvl2pPr>
              <a:defRPr sz="6953"/>
            </a:lvl2pPr>
            <a:lvl3pPr>
              <a:defRPr sz="5960"/>
            </a:lvl3pPr>
            <a:lvl4pPr>
              <a:defRPr sz="4966"/>
            </a:lvl4pPr>
            <a:lvl5pPr>
              <a:defRPr sz="4966"/>
            </a:lvl5pPr>
            <a:lvl6pPr>
              <a:defRPr sz="4966"/>
            </a:lvl6pPr>
            <a:lvl7pPr>
              <a:defRPr sz="4966"/>
            </a:lvl7pPr>
            <a:lvl8pPr>
              <a:defRPr sz="4966"/>
            </a:lvl8pPr>
            <a:lvl9pPr>
              <a:defRPr sz="4966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B8C242-9ADD-80F9-8035-C6D48E3C79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7236D-6CD4-B2EB-EE21-85EF91A7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06D8A-3A14-4426-A8F0-6A46E306C20B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92A41-3367-1F26-AFD8-FB7BE38B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9165D-48FA-278C-F3E8-A3876430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496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7AD7F-F958-8B77-9EB2-668DD869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6E6A48-783B-7A67-EE52-D8507BF70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 marL="0" indent="0">
              <a:buNone/>
              <a:defRPr sz="7946"/>
            </a:lvl1pPr>
            <a:lvl2pPr marL="1135319" indent="0">
              <a:buNone/>
              <a:defRPr sz="6953"/>
            </a:lvl2pPr>
            <a:lvl3pPr marL="2270638" indent="0">
              <a:buNone/>
              <a:defRPr sz="5960"/>
            </a:lvl3pPr>
            <a:lvl4pPr marL="3405957" indent="0">
              <a:buNone/>
              <a:defRPr sz="4966"/>
            </a:lvl4pPr>
            <a:lvl5pPr marL="4541276" indent="0">
              <a:buNone/>
              <a:defRPr sz="4966"/>
            </a:lvl5pPr>
            <a:lvl6pPr marL="5676595" indent="0">
              <a:buNone/>
              <a:defRPr sz="4966"/>
            </a:lvl6pPr>
            <a:lvl7pPr marL="6811914" indent="0">
              <a:buNone/>
              <a:defRPr sz="4966"/>
            </a:lvl7pPr>
            <a:lvl8pPr marL="7947233" indent="0">
              <a:buNone/>
              <a:defRPr sz="4966"/>
            </a:lvl8pPr>
            <a:lvl9pPr marL="9082552" indent="0">
              <a:buNone/>
              <a:defRPr sz="4966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EFF546-7EE5-E5DD-65A4-7999A918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FE1794-69CF-49F2-4D28-409C7C40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E1F37-E86F-4380-AB65-0EB41FBEEA80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6E2E1C-0AA6-0FDC-B6B3-18ADD3D8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C2489E-272F-3A55-084A-8D9E3C47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9480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040D0-1BE0-4013-1632-2D5256A44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9FA83F-3F1A-BC10-DDB0-28793AD2C5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B878B-2CBD-26E6-8E9D-7B27252F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16868-4E8C-4E9E-B32E-86466688C38E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BF4A35-4A4A-285F-1A13-04896682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3A7FA2-EE78-DB17-8FB2-B0CD7C1BD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59590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1FCCFB-8BEE-E0BB-0380-637AA5F22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5699" y="2278904"/>
            <a:ext cx="6528093" cy="36274211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41511C-9031-4025-CFBA-BA9E65F1F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421" y="2278904"/>
            <a:ext cx="19205838" cy="36274211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BA36F5-3740-30BB-71BD-4D6276D3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19D8D-BF18-40AE-BFF4-DB66FCFC9271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B1005-5A7C-8CC7-52A8-34C7D422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6842DC-9B29-68C3-5A39-4C602599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38806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5ECECF5-3310-F538-5C12-9BDA1C3C8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421" y="2278907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CC539E-2A49-BD8F-515F-04EA8DBE0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4B298-C42A-959C-A700-BB16E2648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421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68B4-EECE-4B65-B2C5-259CAB63F02A}" type="datetime1">
              <a:rPr lang="LID4096" altLang="ja-JP" smtClean="0"/>
              <a:t>11/28/25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C28AD9-9251-5038-E7E7-59234740F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8665" y="39672750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A4FDD-3782-E177-EE0E-22C891F73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1869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1022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2270638" rtl="0" eaLnBrk="1" latinLnBrk="0" hangingPunct="1">
        <a:lnSpc>
          <a:spcPct val="90000"/>
        </a:lnSpc>
        <a:spcBef>
          <a:spcPct val="0"/>
        </a:spcBef>
        <a:buNone/>
        <a:defRPr kumimoji="1" sz="10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7660" indent="-567660" algn="l" defTabSz="2270638" rtl="0" eaLnBrk="1" latinLnBrk="0" hangingPunct="1">
        <a:lnSpc>
          <a:spcPct val="90000"/>
        </a:lnSpc>
        <a:spcBef>
          <a:spcPts val="2483"/>
        </a:spcBef>
        <a:buFont typeface="Arial" panose="020B0604020202020204" pitchFamily="34" charset="0"/>
        <a:buChar char="•"/>
        <a:defRPr kumimoji="1" sz="6953" kern="1200">
          <a:solidFill>
            <a:schemeClr val="tx1"/>
          </a:solidFill>
          <a:latin typeface="+mn-lt"/>
          <a:ea typeface="+mn-ea"/>
          <a:cs typeface="+mn-cs"/>
        </a:defRPr>
      </a:lvl1pPr>
      <a:lvl2pPr marL="1702979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2838298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966" kern="1200">
          <a:solidFill>
            <a:schemeClr val="tx1"/>
          </a:solidFill>
          <a:latin typeface="+mn-lt"/>
          <a:ea typeface="+mn-ea"/>
          <a:cs typeface="+mn-cs"/>
        </a:defRPr>
      </a:lvl3pPr>
      <a:lvl4pPr marL="3973617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5108936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6244255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7379574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8514893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650212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1pPr>
      <a:lvl2pPr marL="1135319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270638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3pPr>
      <a:lvl4pPr marL="3405957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4541276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5676595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6811914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7947233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082552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0380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5721</TotalTime>
  <Words>0</Words>
  <Application>Microsoft Macintosh PowerPoint</Application>
  <PresentationFormat>ユーザー設定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Aptos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雄太 三輪</dc:creator>
  <cp:lastModifiedBy>田辺　裕翔</cp:lastModifiedBy>
  <cp:revision>38</cp:revision>
  <cp:lastPrinted>2025-10-27T06:09:31Z</cp:lastPrinted>
  <dcterms:created xsi:type="dcterms:W3CDTF">2024-11-18T03:53:27Z</dcterms:created>
  <dcterms:modified xsi:type="dcterms:W3CDTF">2025-11-28T05:01:26Z</dcterms:modified>
</cp:coreProperties>
</file>