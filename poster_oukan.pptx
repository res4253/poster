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96" r:id="rId1"/>
  </p:sldMasterIdLst>
  <p:notesMasterIdLst>
    <p:notesMasterId r:id="rId3"/>
  </p:notesMasterIdLst>
  <p:handoutMasterIdLst>
    <p:handoutMasterId r:id="rId4"/>
  </p:handoutMasterIdLst>
  <p:sldIdLst>
    <p:sldId id="259" r:id="rId2"/>
  </p:sldIdLst>
  <p:sldSz cx="30275213" cy="42803763"/>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3481" userDrawn="1">
          <p15:clr>
            <a:srgbClr val="A4A3A4"/>
          </p15:clr>
        </p15:guide>
        <p15:guide id="2" pos="9535"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FFEB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177"/>
    <p:restoredTop sz="93609"/>
  </p:normalViewPr>
  <p:slideViewPr>
    <p:cSldViewPr snapToGrid="0">
      <p:cViewPr>
        <p:scale>
          <a:sx n="35" d="100"/>
          <a:sy n="35" d="100"/>
        </p:scale>
        <p:origin x="2584" y="-3528"/>
      </p:cViewPr>
      <p:guideLst>
        <p:guide orient="horz" pos="13481"/>
        <p:guide pos="9535"/>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tableStyles" Target="tableStyles.xml"/><Relationship Id="rId3" Type="http://schemas.openxmlformats.org/officeDocument/2006/relationships/notesMaster" Target="notesMasters/notesMaster1.xml"/><Relationship Id="rId7"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viewProps" Target="viewProps.xml"/><Relationship Id="rId5" Type="http://schemas.openxmlformats.org/officeDocument/2006/relationships/presProps" Target="presProps.xml"/><Relationship Id="rId4"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a:extLst>
              <a:ext uri="{FF2B5EF4-FFF2-40B4-BE49-F238E27FC236}">
                <a16:creationId xmlns:a16="http://schemas.microsoft.com/office/drawing/2014/main" id="{2DB59BBA-6D1F-D8FC-C886-3C1DD5E64F2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r>
              <a:rPr kumimoji="1" lang="en-US" altLang="ja-JP"/>
              <a:t>CHPS Camp 2025.10.30-31</a:t>
            </a:r>
            <a:endParaRPr kumimoji="1" lang="ja-JP" altLang="en-US"/>
          </a:p>
        </p:txBody>
      </p:sp>
      <p:sp>
        <p:nvSpPr>
          <p:cNvPr id="3" name="日付プレースホルダー 2">
            <a:extLst>
              <a:ext uri="{FF2B5EF4-FFF2-40B4-BE49-F238E27FC236}">
                <a16:creationId xmlns:a16="http://schemas.microsoft.com/office/drawing/2014/main" id="{3062750C-2E32-2A89-F06C-ACBBB55C81FA}"/>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6744F44F-C54D-4C9B-8D0A-99995B90894A}" type="datetimeFigureOut">
              <a:rPr kumimoji="1" lang="ja-JP" altLang="en-US" smtClean="0"/>
              <a:t>2025/12/2</a:t>
            </a:fld>
            <a:endParaRPr kumimoji="1" lang="ja-JP" altLang="en-US"/>
          </a:p>
        </p:txBody>
      </p:sp>
      <p:sp>
        <p:nvSpPr>
          <p:cNvPr id="4" name="フッター プレースホルダー 3">
            <a:extLst>
              <a:ext uri="{FF2B5EF4-FFF2-40B4-BE49-F238E27FC236}">
                <a16:creationId xmlns:a16="http://schemas.microsoft.com/office/drawing/2014/main" id="{791886D0-5020-6E9E-477E-C685F9DD6EF7}"/>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5" name="スライド番号プレースホルダー 4">
            <a:extLst>
              <a:ext uri="{FF2B5EF4-FFF2-40B4-BE49-F238E27FC236}">
                <a16:creationId xmlns:a16="http://schemas.microsoft.com/office/drawing/2014/main" id="{14C83648-A312-ABC9-A83B-CAA13C651ACA}"/>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D9AF15C7-33BD-48FA-8EB2-28704FE996BD}" type="slidenum">
              <a:rPr kumimoji="1" lang="ja-JP" altLang="en-US" smtClean="0"/>
              <a:t>‹#›</a:t>
            </a:fld>
            <a:endParaRPr kumimoji="1" lang="ja-JP" altLang="en-US"/>
          </a:p>
        </p:txBody>
      </p:sp>
    </p:spTree>
    <p:extLst>
      <p:ext uri="{BB962C8B-B14F-4D97-AF65-F5344CB8AC3E}">
        <p14:creationId xmlns:p14="http://schemas.microsoft.com/office/powerpoint/2010/main" val="3104881304"/>
      </p:ext>
    </p:extLst>
  </p:cSld>
  <p:clrMap bg1="lt1" tx1="dk1" bg2="lt2" tx2="dk2" accent1="accent1" accent2="accent2" accent3="accent3" accent4="accent4" accent5="accent5" accent6="accent6" hlink="hlink" folHlink="folHlink"/>
  <p:hf sldNum="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r>
              <a:rPr lang="en-JP"/>
              <a:t>CHPS Camp 2025.10.30-31</a:t>
            </a:r>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6AD0D6B-84F8-0A45-ADC1-3C71FDF4AF14}" type="datetimeFigureOut">
              <a:rPr lang="en-JP" smtClean="0"/>
              <a:t>12/2/25</a:t>
            </a:fld>
            <a:endParaRPr lang="en-JP"/>
          </a:p>
        </p:txBody>
      </p:sp>
      <p:sp>
        <p:nvSpPr>
          <p:cNvPr id="4" name="Slide Image Placeholder 3"/>
          <p:cNvSpPr>
            <a:spLocks noGrp="1" noRot="1" noChangeAspect="1"/>
          </p:cNvSpPr>
          <p:nvPr>
            <p:ph type="sldImg" idx="2"/>
          </p:nvPr>
        </p:nvSpPr>
        <p:spPr>
          <a:xfrm>
            <a:off x="2338388" y="1143000"/>
            <a:ext cx="2181225" cy="3086100"/>
          </a:xfrm>
          <a:prstGeom prst="rect">
            <a:avLst/>
          </a:prstGeom>
          <a:noFill/>
          <a:ln w="12700">
            <a:solidFill>
              <a:prstClr val="black"/>
            </a:solidFill>
          </a:ln>
        </p:spPr>
        <p:txBody>
          <a:bodyPr vert="horz" lIns="91440" tIns="45720" rIns="91440" bIns="45720" rtlCol="0" anchor="ctr"/>
          <a:lstStyle/>
          <a:p>
            <a:endParaRPr lang="en-JP"/>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JP"/>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JP"/>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BE5B43D-A405-FB4F-8CE2-7FADAE26F5C7}" type="slidenum">
              <a:rPr lang="en-JP" smtClean="0"/>
              <a:t>‹#›</a:t>
            </a:fld>
            <a:endParaRPr lang="en-JP"/>
          </a:p>
        </p:txBody>
      </p:sp>
    </p:spTree>
    <p:extLst>
      <p:ext uri="{BB962C8B-B14F-4D97-AF65-F5344CB8AC3E}">
        <p14:creationId xmlns:p14="http://schemas.microsoft.com/office/powerpoint/2010/main" val="3838559691"/>
      </p:ext>
    </p:extLst>
  </p:cSld>
  <p:clrMap bg1="lt1" tx1="dk1" bg2="lt2" tx2="dk2" accent1="accent1" accent2="accent2" accent3="accent3" accent4="accent4" accent5="accent5" accent6="accent6" hlink="hlink" folHlink="folHlink"/>
  <p:hf sldNum="0" ftr="0" dt="0"/>
  <p:notesStyle>
    <a:lvl1pPr marL="0" algn="l" defTabSz="3507730" rtl="0" eaLnBrk="1" latinLnBrk="0" hangingPunct="1">
      <a:defRPr sz="4603" kern="1200">
        <a:solidFill>
          <a:schemeClr val="tx1"/>
        </a:solidFill>
        <a:latin typeface="+mn-lt"/>
        <a:ea typeface="+mn-ea"/>
        <a:cs typeface="+mn-cs"/>
      </a:defRPr>
    </a:lvl1pPr>
    <a:lvl2pPr marL="1753865" algn="l" defTabSz="3507730" rtl="0" eaLnBrk="1" latinLnBrk="0" hangingPunct="1">
      <a:defRPr sz="4603" kern="1200">
        <a:solidFill>
          <a:schemeClr val="tx1"/>
        </a:solidFill>
        <a:latin typeface="+mn-lt"/>
        <a:ea typeface="+mn-ea"/>
        <a:cs typeface="+mn-cs"/>
      </a:defRPr>
    </a:lvl2pPr>
    <a:lvl3pPr marL="3507730" algn="l" defTabSz="3507730" rtl="0" eaLnBrk="1" latinLnBrk="0" hangingPunct="1">
      <a:defRPr sz="4603" kern="1200">
        <a:solidFill>
          <a:schemeClr val="tx1"/>
        </a:solidFill>
        <a:latin typeface="+mn-lt"/>
        <a:ea typeface="+mn-ea"/>
        <a:cs typeface="+mn-cs"/>
      </a:defRPr>
    </a:lvl3pPr>
    <a:lvl4pPr marL="5261595" algn="l" defTabSz="3507730" rtl="0" eaLnBrk="1" latinLnBrk="0" hangingPunct="1">
      <a:defRPr sz="4603" kern="1200">
        <a:solidFill>
          <a:schemeClr val="tx1"/>
        </a:solidFill>
        <a:latin typeface="+mn-lt"/>
        <a:ea typeface="+mn-ea"/>
        <a:cs typeface="+mn-cs"/>
      </a:defRPr>
    </a:lvl4pPr>
    <a:lvl5pPr marL="7015460" algn="l" defTabSz="3507730" rtl="0" eaLnBrk="1" latinLnBrk="0" hangingPunct="1">
      <a:defRPr sz="4603" kern="1200">
        <a:solidFill>
          <a:schemeClr val="tx1"/>
        </a:solidFill>
        <a:latin typeface="+mn-lt"/>
        <a:ea typeface="+mn-ea"/>
        <a:cs typeface="+mn-cs"/>
      </a:defRPr>
    </a:lvl5pPr>
    <a:lvl6pPr marL="8769325" algn="l" defTabSz="3507730" rtl="0" eaLnBrk="1" latinLnBrk="0" hangingPunct="1">
      <a:defRPr sz="4603" kern="1200">
        <a:solidFill>
          <a:schemeClr val="tx1"/>
        </a:solidFill>
        <a:latin typeface="+mn-lt"/>
        <a:ea typeface="+mn-ea"/>
        <a:cs typeface="+mn-cs"/>
      </a:defRPr>
    </a:lvl6pPr>
    <a:lvl7pPr marL="10523190" algn="l" defTabSz="3507730" rtl="0" eaLnBrk="1" latinLnBrk="0" hangingPunct="1">
      <a:defRPr sz="4603" kern="1200">
        <a:solidFill>
          <a:schemeClr val="tx1"/>
        </a:solidFill>
        <a:latin typeface="+mn-lt"/>
        <a:ea typeface="+mn-ea"/>
        <a:cs typeface="+mn-cs"/>
      </a:defRPr>
    </a:lvl7pPr>
    <a:lvl8pPr marL="12277054" algn="l" defTabSz="3507730" rtl="0" eaLnBrk="1" latinLnBrk="0" hangingPunct="1">
      <a:defRPr sz="4603" kern="1200">
        <a:solidFill>
          <a:schemeClr val="tx1"/>
        </a:solidFill>
        <a:latin typeface="+mn-lt"/>
        <a:ea typeface="+mn-ea"/>
        <a:cs typeface="+mn-cs"/>
      </a:defRPr>
    </a:lvl8pPr>
    <a:lvl9pPr marL="14030919" algn="l" defTabSz="3507730" rtl="0" eaLnBrk="1" latinLnBrk="0" hangingPunct="1">
      <a:defRPr sz="4603"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en-US" altLang="ja-JP" sz="4603" kern="1200" dirty="0">
                <a:solidFill>
                  <a:schemeClr val="tx1"/>
                </a:solidFill>
                <a:effectLst/>
                <a:latin typeface="+mn-lt"/>
                <a:ea typeface="+mn-ea"/>
                <a:cs typeface="+mn-cs"/>
              </a:rPr>
              <a:t>1</a:t>
            </a:r>
            <a:r>
              <a:rPr lang="ja-JP" altLang="en-US" sz="4603" kern="1200">
                <a:solidFill>
                  <a:schemeClr val="tx1"/>
                </a:solidFill>
                <a:effectLst/>
                <a:latin typeface="+mn-lt"/>
                <a:ea typeface="+mn-ea"/>
                <a:cs typeface="+mn-cs"/>
              </a:rPr>
              <a:t>型糖尿病は，血糖値調整を担うインスリンホルモンの体内分泌が停止することによって発症する．患者は外部よりインスリンを投与する必要があり，投与量は患者自身が判断しなければならない．そのため，過剰投与による低血糖リスクなどが生じる．課題解決に向けて人工膵臓の開発が進められている．人工膵臓は血糖値を連続的に計測しながら，適切な投与量を制御アルゴリズムに従い計算し，インスリンを自動投与することによって血糖値を一定の範囲にコントロールする．</a:t>
            </a:r>
          </a:p>
          <a:p>
            <a:r>
              <a:rPr lang="en-US" altLang="ja-JP" sz="4603" kern="1200" dirty="0">
                <a:solidFill>
                  <a:schemeClr val="tx1"/>
                </a:solidFill>
                <a:effectLst/>
                <a:latin typeface="+mn-lt"/>
                <a:ea typeface="+mn-ea"/>
                <a:cs typeface="+mn-cs"/>
              </a:rPr>
              <a:t>(</a:t>
            </a:r>
            <a:r>
              <a:rPr lang="ja-JP" altLang="en-US" sz="4603" kern="1200">
                <a:solidFill>
                  <a:schemeClr val="tx1"/>
                </a:solidFill>
                <a:effectLst/>
                <a:latin typeface="+mn-lt"/>
                <a:ea typeface="+mn-ea"/>
                <a:cs typeface="+mn-cs"/>
              </a:rPr>
              <a:t>ここまでは一旦決定</a:t>
            </a:r>
            <a:r>
              <a:rPr lang="en-US" altLang="ja-JP" sz="4603" kern="1200" dirty="0">
                <a:solidFill>
                  <a:schemeClr val="tx1"/>
                </a:solidFill>
                <a:effectLst/>
                <a:latin typeface="+mn-lt"/>
                <a:ea typeface="+mn-ea"/>
                <a:cs typeface="+mn-cs"/>
              </a:rPr>
              <a:t>)</a:t>
            </a:r>
          </a:p>
          <a:p>
            <a:br>
              <a:rPr lang="en-US" altLang="ja-JP" sz="4603" kern="1200" dirty="0">
                <a:solidFill>
                  <a:schemeClr val="tx1"/>
                </a:solidFill>
                <a:effectLst/>
                <a:latin typeface="+mn-lt"/>
                <a:ea typeface="+mn-ea"/>
                <a:cs typeface="+mn-cs"/>
              </a:rPr>
            </a:br>
            <a:endParaRPr lang="en-US" altLang="ja-JP" sz="4603" kern="1200" dirty="0">
              <a:solidFill>
                <a:schemeClr val="tx1"/>
              </a:solidFill>
              <a:effectLst/>
              <a:latin typeface="+mn-lt"/>
              <a:ea typeface="+mn-ea"/>
              <a:cs typeface="+mn-cs"/>
            </a:endParaRPr>
          </a:p>
          <a:p>
            <a:r>
              <a:rPr lang="ja-JP" altLang="en-US" sz="4603" kern="1200">
                <a:solidFill>
                  <a:schemeClr val="tx1"/>
                </a:solidFill>
                <a:effectLst/>
                <a:latin typeface="+mn-lt"/>
                <a:ea typeface="+mn-ea"/>
                <a:cs typeface="+mn-cs"/>
              </a:rPr>
              <a:t>制御アルゴリズムとしてモデル予測制御</a:t>
            </a:r>
            <a:r>
              <a:rPr lang="en-US" altLang="ja-JP" sz="4603" kern="1200" dirty="0">
                <a:solidFill>
                  <a:schemeClr val="tx1"/>
                </a:solidFill>
                <a:effectLst/>
                <a:latin typeface="+mn-lt"/>
                <a:ea typeface="+mn-ea"/>
                <a:cs typeface="+mn-cs"/>
              </a:rPr>
              <a:t>(</a:t>
            </a:r>
            <a:r>
              <a:rPr lang="en" altLang="ja-JP" sz="4603" kern="1200" dirty="0">
                <a:solidFill>
                  <a:schemeClr val="tx1"/>
                </a:solidFill>
                <a:effectLst/>
                <a:latin typeface="+mn-lt"/>
                <a:ea typeface="+mn-ea"/>
                <a:cs typeface="+mn-cs"/>
              </a:rPr>
              <a:t>MPC)</a:t>
            </a:r>
            <a:r>
              <a:rPr lang="ja-JP" altLang="en-US" sz="4603" kern="1200">
                <a:solidFill>
                  <a:schemeClr val="tx1"/>
                </a:solidFill>
                <a:effectLst/>
                <a:latin typeface="+mn-lt"/>
                <a:ea typeface="+mn-ea"/>
                <a:cs typeface="+mn-cs"/>
              </a:rPr>
              <a:t>が主に用いられている．</a:t>
            </a:r>
            <a:r>
              <a:rPr lang="en" altLang="ja-JP" sz="4603" kern="1200" dirty="0">
                <a:solidFill>
                  <a:schemeClr val="tx1"/>
                </a:solidFill>
                <a:effectLst/>
                <a:latin typeface="+mn-lt"/>
                <a:ea typeface="+mn-ea"/>
                <a:cs typeface="+mn-cs"/>
              </a:rPr>
              <a:t>MPC</a:t>
            </a:r>
            <a:r>
              <a:rPr lang="ja-JP" altLang="en-US" sz="4603" kern="1200">
                <a:solidFill>
                  <a:schemeClr val="tx1"/>
                </a:solidFill>
                <a:effectLst/>
                <a:latin typeface="+mn-lt"/>
                <a:ea typeface="+mn-ea"/>
                <a:cs typeface="+mn-cs"/>
              </a:rPr>
              <a:t>に基づく制御では，血糖値の変化を記述するモデルを用いて将来の血糖値を予測し，投与量を決定する．そのためには，モデル内部で扱う状態が現在どのような値であるかを適切に把握する必要がある．本研究では，当研究室で提案されたグルコース</a:t>
            </a:r>
            <a:r>
              <a:rPr lang="en-US" altLang="ja-JP" sz="4603" kern="1200" dirty="0">
                <a:solidFill>
                  <a:schemeClr val="tx1"/>
                </a:solidFill>
                <a:effectLst/>
                <a:latin typeface="+mn-lt"/>
                <a:ea typeface="+mn-ea"/>
                <a:cs typeface="+mn-cs"/>
              </a:rPr>
              <a:t>-</a:t>
            </a:r>
            <a:r>
              <a:rPr lang="ja-JP" altLang="en-US" sz="4603" kern="1200">
                <a:solidFill>
                  <a:schemeClr val="tx1"/>
                </a:solidFill>
                <a:effectLst/>
                <a:latin typeface="+mn-lt"/>
                <a:ea typeface="+mn-ea"/>
                <a:cs typeface="+mn-cs"/>
              </a:rPr>
              <a:t>インスリン動態切り換えモデルに対し，血糖値データからモデルの状態を推定する状態推定器の構築を行う．</a:t>
            </a:r>
          </a:p>
          <a:p>
            <a:br>
              <a:rPr lang="ja-JP" altLang="en-US" sz="4603" kern="1200">
                <a:solidFill>
                  <a:schemeClr val="tx1"/>
                </a:solidFill>
                <a:effectLst/>
                <a:latin typeface="+mn-lt"/>
                <a:ea typeface="+mn-ea"/>
                <a:cs typeface="+mn-cs"/>
              </a:rPr>
            </a:br>
            <a:endParaRPr lang="ja-JP" altLang="en-US" sz="4603" kern="1200">
              <a:solidFill>
                <a:schemeClr val="tx1"/>
              </a:solidFill>
              <a:effectLst/>
              <a:latin typeface="+mn-lt"/>
              <a:ea typeface="+mn-ea"/>
              <a:cs typeface="+mn-cs"/>
            </a:endParaRPr>
          </a:p>
          <a:p>
            <a:br>
              <a:rPr lang="ja-JP" altLang="en-US" sz="4603" kern="1200">
                <a:solidFill>
                  <a:schemeClr val="tx1"/>
                </a:solidFill>
                <a:effectLst/>
                <a:latin typeface="+mn-lt"/>
                <a:ea typeface="+mn-ea"/>
                <a:cs typeface="+mn-cs"/>
              </a:rPr>
            </a:br>
            <a:endParaRPr lang="ja-JP" altLang="en-US" sz="4603" kern="1200">
              <a:solidFill>
                <a:schemeClr val="tx1"/>
              </a:solidFill>
              <a:effectLst/>
              <a:latin typeface="+mn-lt"/>
              <a:ea typeface="+mn-ea"/>
              <a:cs typeface="+mn-cs"/>
            </a:endParaRPr>
          </a:p>
          <a:p>
            <a:r>
              <a:rPr lang="ja-JP" altLang="en-US" sz="4603" kern="1200">
                <a:solidFill>
                  <a:schemeClr val="tx1"/>
                </a:solidFill>
                <a:effectLst/>
                <a:latin typeface="+mn-lt"/>
                <a:ea typeface="+mn-ea"/>
                <a:cs typeface="+mn-cs"/>
              </a:rPr>
              <a:t>しかし，制御対象である人間の特性は時々刻々と変化し，また個人間の差異も存在する．適切な制御のためには，この変動性への対処が必要である．そのためには，観測可能なデータ（血糖値，インスリン，食事データ）から各個人のモデル同定を行う必要がある．本研究では，</a:t>
            </a:r>
            <a:r>
              <a:rPr lang="ja-JP" altLang="en-US" sz="4603" b="1" kern="1200">
                <a:solidFill>
                  <a:schemeClr val="tx1"/>
                </a:solidFill>
                <a:effectLst/>
                <a:latin typeface="+mn-lt"/>
                <a:ea typeface="+mn-ea"/>
                <a:cs typeface="+mn-cs"/>
              </a:rPr>
              <a:t>新たに構築したグルコース</a:t>
            </a:r>
            <a:r>
              <a:rPr lang="en-US" altLang="ja-JP" sz="4603" b="1" kern="1200" dirty="0">
                <a:solidFill>
                  <a:schemeClr val="tx1"/>
                </a:solidFill>
                <a:effectLst/>
                <a:latin typeface="+mn-lt"/>
                <a:ea typeface="+mn-ea"/>
                <a:cs typeface="+mn-cs"/>
              </a:rPr>
              <a:t>-</a:t>
            </a:r>
            <a:r>
              <a:rPr lang="ja-JP" altLang="en-US" sz="4603" b="1" kern="1200">
                <a:solidFill>
                  <a:schemeClr val="tx1"/>
                </a:solidFill>
                <a:effectLst/>
                <a:latin typeface="+mn-lt"/>
                <a:ea typeface="+mn-ea"/>
                <a:cs typeface="+mn-cs"/>
              </a:rPr>
              <a:t>インスリン動態切り換えモデルに対し，観測可能なデータのみを用いたパラメータ推定法の実装を行う</a:t>
            </a:r>
            <a:r>
              <a:rPr lang="ja-JP" altLang="en-US" sz="4603" kern="1200">
                <a:solidFill>
                  <a:schemeClr val="tx1"/>
                </a:solidFill>
                <a:effectLst/>
                <a:latin typeface="+mn-lt"/>
                <a:ea typeface="+mn-ea"/>
                <a:cs typeface="+mn-cs"/>
              </a:rPr>
              <a:t> </a:t>
            </a:r>
          </a:p>
          <a:p>
            <a:endParaRPr kumimoji="1" lang="ja-JP" altLang="en-US"/>
          </a:p>
        </p:txBody>
      </p:sp>
      <p:sp>
        <p:nvSpPr>
          <p:cNvPr id="4" name="ヘッダー プレースホルダー 3"/>
          <p:cNvSpPr>
            <a:spLocks noGrp="1"/>
          </p:cNvSpPr>
          <p:nvPr>
            <p:ph type="hdr" sz="quarter"/>
          </p:nvPr>
        </p:nvSpPr>
        <p:spPr/>
        <p:txBody>
          <a:bodyPr/>
          <a:lstStyle/>
          <a:p>
            <a:r>
              <a:rPr lang="en-JP"/>
              <a:t>CHPS Camp 2025.10.30-31</a:t>
            </a:r>
          </a:p>
        </p:txBody>
      </p:sp>
    </p:spTree>
    <p:extLst>
      <p:ext uri="{BB962C8B-B14F-4D97-AF65-F5344CB8AC3E}">
        <p14:creationId xmlns:p14="http://schemas.microsoft.com/office/powerpoint/2010/main" val="298288549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6CC7058-F17E-372F-2227-B466C25E4A98}"/>
              </a:ext>
            </a:extLst>
          </p:cNvPr>
          <p:cNvSpPr>
            <a:spLocks noGrp="1"/>
          </p:cNvSpPr>
          <p:nvPr>
            <p:ph type="ctrTitle"/>
          </p:nvPr>
        </p:nvSpPr>
        <p:spPr>
          <a:xfrm>
            <a:off x="3784402" y="7005156"/>
            <a:ext cx="22706410" cy="14902051"/>
          </a:xfrm>
        </p:spPr>
        <p:txBody>
          <a:bodyPr anchor="b"/>
          <a:lstStyle>
            <a:lvl1pPr algn="ctr">
              <a:defRPr sz="14899"/>
            </a:lvl1pPr>
          </a:lstStyle>
          <a:p>
            <a:r>
              <a:rPr kumimoji="1" lang="ja-JP" altLang="en-US"/>
              <a:t>マスター タイトルの書式設定</a:t>
            </a:r>
          </a:p>
        </p:txBody>
      </p:sp>
      <p:sp>
        <p:nvSpPr>
          <p:cNvPr id="3" name="字幕 2">
            <a:extLst>
              <a:ext uri="{FF2B5EF4-FFF2-40B4-BE49-F238E27FC236}">
                <a16:creationId xmlns:a16="http://schemas.microsoft.com/office/drawing/2014/main" id="{1E96F9BA-4AC8-D47F-C711-CF450758FC10}"/>
              </a:ext>
            </a:extLst>
          </p:cNvPr>
          <p:cNvSpPr>
            <a:spLocks noGrp="1"/>
          </p:cNvSpPr>
          <p:nvPr>
            <p:ph type="subTitle" idx="1"/>
          </p:nvPr>
        </p:nvSpPr>
        <p:spPr>
          <a:xfrm>
            <a:off x="3784402" y="22481887"/>
            <a:ext cx="22706410" cy="10334331"/>
          </a:xfrm>
        </p:spPr>
        <p:txBody>
          <a:bodyPr/>
          <a:lstStyle>
            <a:lvl1pPr marL="0" indent="0" algn="ctr">
              <a:buNone/>
              <a:defRPr sz="5960"/>
            </a:lvl1pPr>
            <a:lvl2pPr marL="1135319" indent="0" algn="ctr">
              <a:buNone/>
              <a:defRPr sz="4966"/>
            </a:lvl2pPr>
            <a:lvl3pPr marL="2270638" indent="0" algn="ctr">
              <a:buNone/>
              <a:defRPr sz="4470"/>
            </a:lvl3pPr>
            <a:lvl4pPr marL="3405957" indent="0" algn="ctr">
              <a:buNone/>
              <a:defRPr sz="3973"/>
            </a:lvl4pPr>
            <a:lvl5pPr marL="4541276" indent="0" algn="ctr">
              <a:buNone/>
              <a:defRPr sz="3973"/>
            </a:lvl5pPr>
            <a:lvl6pPr marL="5676595" indent="0" algn="ctr">
              <a:buNone/>
              <a:defRPr sz="3973"/>
            </a:lvl6pPr>
            <a:lvl7pPr marL="6811914" indent="0" algn="ctr">
              <a:buNone/>
              <a:defRPr sz="3973"/>
            </a:lvl7pPr>
            <a:lvl8pPr marL="7947233" indent="0" algn="ctr">
              <a:buNone/>
              <a:defRPr sz="3973"/>
            </a:lvl8pPr>
            <a:lvl9pPr marL="9082552" indent="0" algn="ctr">
              <a:buNone/>
              <a:defRPr sz="3973"/>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DFE6E078-B0A8-374F-EEE2-BB8AE5905AF1}"/>
              </a:ext>
            </a:extLst>
          </p:cNvPr>
          <p:cNvSpPr>
            <a:spLocks noGrp="1"/>
          </p:cNvSpPr>
          <p:nvPr>
            <p:ph type="dt" sz="half" idx="10"/>
          </p:nvPr>
        </p:nvSpPr>
        <p:spPr/>
        <p:txBody>
          <a:bodyPr/>
          <a:lstStyle/>
          <a:p>
            <a:fld id="{349FECF2-E9B2-44FB-B3C1-6F1ABD30BEDF}" type="datetime1">
              <a:rPr lang="LID4096" altLang="ja-JP" smtClean="0"/>
              <a:t>12/2/25</a:t>
            </a:fld>
            <a:endParaRPr lang="en-JP"/>
          </a:p>
        </p:txBody>
      </p:sp>
      <p:sp>
        <p:nvSpPr>
          <p:cNvPr id="5" name="フッター プレースホルダー 4">
            <a:extLst>
              <a:ext uri="{FF2B5EF4-FFF2-40B4-BE49-F238E27FC236}">
                <a16:creationId xmlns:a16="http://schemas.microsoft.com/office/drawing/2014/main" id="{A67D9B88-7E67-3A0A-7434-BF334341CBB3}"/>
              </a:ext>
            </a:extLst>
          </p:cNvPr>
          <p:cNvSpPr>
            <a:spLocks noGrp="1"/>
          </p:cNvSpPr>
          <p:nvPr>
            <p:ph type="ftr" sz="quarter" idx="11"/>
          </p:nvPr>
        </p:nvSpPr>
        <p:spPr/>
        <p:txBody>
          <a:bodyPr/>
          <a:lstStyle/>
          <a:p>
            <a:endParaRPr lang="en-JP"/>
          </a:p>
        </p:txBody>
      </p:sp>
      <p:sp>
        <p:nvSpPr>
          <p:cNvPr id="6" name="スライド番号プレースホルダー 5">
            <a:extLst>
              <a:ext uri="{FF2B5EF4-FFF2-40B4-BE49-F238E27FC236}">
                <a16:creationId xmlns:a16="http://schemas.microsoft.com/office/drawing/2014/main" id="{6D687A79-BD80-313C-26A8-1BE6A93FCC29}"/>
              </a:ext>
            </a:extLst>
          </p:cNvPr>
          <p:cNvSpPr>
            <a:spLocks noGrp="1"/>
          </p:cNvSpPr>
          <p:nvPr>
            <p:ph type="sldNum" sz="quarter" idx="12"/>
          </p:nvPr>
        </p:nvSpPr>
        <p:spPr/>
        <p:txBody>
          <a:bodyPr/>
          <a:lstStyle/>
          <a:p>
            <a:fld id="{ACA362A1-787E-2148-99F8-CF31CF5AC487}" type="slidenum">
              <a:rPr lang="en-JP" smtClean="0"/>
              <a:t>‹#›</a:t>
            </a:fld>
            <a:endParaRPr lang="en-JP"/>
          </a:p>
        </p:txBody>
      </p:sp>
    </p:spTree>
    <p:extLst>
      <p:ext uri="{BB962C8B-B14F-4D97-AF65-F5344CB8AC3E}">
        <p14:creationId xmlns:p14="http://schemas.microsoft.com/office/powerpoint/2010/main" val="202272514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846E98E-09E5-3F2D-030F-92C84C211D26}"/>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B1FF4D60-3ABD-400D-6231-07E0D1993C24}"/>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BFD0A8B1-EECB-4B78-C2E9-411FF93419C8}"/>
              </a:ext>
            </a:extLst>
          </p:cNvPr>
          <p:cNvSpPr>
            <a:spLocks noGrp="1"/>
          </p:cNvSpPr>
          <p:nvPr>
            <p:ph type="dt" sz="half" idx="10"/>
          </p:nvPr>
        </p:nvSpPr>
        <p:spPr/>
        <p:txBody>
          <a:bodyPr/>
          <a:lstStyle/>
          <a:p>
            <a:fld id="{09202299-8DBC-4245-87C6-3E62A2ACA6A6}" type="datetime1">
              <a:rPr lang="LID4096" altLang="ja-JP" smtClean="0"/>
              <a:t>12/2/25</a:t>
            </a:fld>
            <a:endParaRPr lang="en-JP"/>
          </a:p>
        </p:txBody>
      </p:sp>
      <p:sp>
        <p:nvSpPr>
          <p:cNvPr id="5" name="フッター プレースホルダー 4">
            <a:extLst>
              <a:ext uri="{FF2B5EF4-FFF2-40B4-BE49-F238E27FC236}">
                <a16:creationId xmlns:a16="http://schemas.microsoft.com/office/drawing/2014/main" id="{2734C8DA-6683-B216-9F92-1C4A9E73E55F}"/>
              </a:ext>
            </a:extLst>
          </p:cNvPr>
          <p:cNvSpPr>
            <a:spLocks noGrp="1"/>
          </p:cNvSpPr>
          <p:nvPr>
            <p:ph type="ftr" sz="quarter" idx="11"/>
          </p:nvPr>
        </p:nvSpPr>
        <p:spPr/>
        <p:txBody>
          <a:bodyPr/>
          <a:lstStyle/>
          <a:p>
            <a:endParaRPr lang="en-JP"/>
          </a:p>
        </p:txBody>
      </p:sp>
      <p:sp>
        <p:nvSpPr>
          <p:cNvPr id="6" name="スライド番号プレースホルダー 5">
            <a:extLst>
              <a:ext uri="{FF2B5EF4-FFF2-40B4-BE49-F238E27FC236}">
                <a16:creationId xmlns:a16="http://schemas.microsoft.com/office/drawing/2014/main" id="{DF535CEF-8357-4950-9D77-D34335991BAE}"/>
              </a:ext>
            </a:extLst>
          </p:cNvPr>
          <p:cNvSpPr>
            <a:spLocks noGrp="1"/>
          </p:cNvSpPr>
          <p:nvPr>
            <p:ph type="sldNum" sz="quarter" idx="12"/>
          </p:nvPr>
        </p:nvSpPr>
        <p:spPr/>
        <p:txBody>
          <a:bodyPr/>
          <a:lstStyle/>
          <a:p>
            <a:fld id="{ACA362A1-787E-2148-99F8-CF31CF5AC487}" type="slidenum">
              <a:rPr lang="en-JP" smtClean="0"/>
              <a:t>‹#›</a:t>
            </a:fld>
            <a:endParaRPr lang="en-JP"/>
          </a:p>
        </p:txBody>
      </p:sp>
    </p:spTree>
    <p:extLst>
      <p:ext uri="{BB962C8B-B14F-4D97-AF65-F5344CB8AC3E}">
        <p14:creationId xmlns:p14="http://schemas.microsoft.com/office/powerpoint/2010/main" val="25305775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DE4848E-6E15-DA42-FBCF-18256E7A872E}"/>
              </a:ext>
            </a:extLst>
          </p:cNvPr>
          <p:cNvSpPr>
            <a:spLocks noGrp="1"/>
          </p:cNvSpPr>
          <p:nvPr>
            <p:ph type="title"/>
          </p:nvPr>
        </p:nvSpPr>
        <p:spPr>
          <a:xfrm>
            <a:off x="2065653" y="10671222"/>
            <a:ext cx="26112371" cy="17805173"/>
          </a:xfrm>
        </p:spPr>
        <p:txBody>
          <a:bodyPr anchor="b"/>
          <a:lstStyle>
            <a:lvl1pPr>
              <a:defRPr sz="14899"/>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5071054B-BD25-652E-D031-ED6D3F976930}"/>
              </a:ext>
            </a:extLst>
          </p:cNvPr>
          <p:cNvSpPr>
            <a:spLocks noGrp="1"/>
          </p:cNvSpPr>
          <p:nvPr>
            <p:ph type="body" idx="1"/>
          </p:nvPr>
        </p:nvSpPr>
        <p:spPr>
          <a:xfrm>
            <a:off x="2065653" y="28644839"/>
            <a:ext cx="26112371" cy="9363320"/>
          </a:xfrm>
        </p:spPr>
        <p:txBody>
          <a:bodyPr/>
          <a:lstStyle>
            <a:lvl1pPr marL="0" indent="0">
              <a:buNone/>
              <a:defRPr sz="5960">
                <a:solidFill>
                  <a:schemeClr val="tx1">
                    <a:tint val="82000"/>
                  </a:schemeClr>
                </a:solidFill>
              </a:defRPr>
            </a:lvl1pPr>
            <a:lvl2pPr marL="1135319" indent="0">
              <a:buNone/>
              <a:defRPr sz="4966">
                <a:solidFill>
                  <a:schemeClr val="tx1">
                    <a:tint val="82000"/>
                  </a:schemeClr>
                </a:solidFill>
              </a:defRPr>
            </a:lvl2pPr>
            <a:lvl3pPr marL="2270638" indent="0">
              <a:buNone/>
              <a:defRPr sz="4470">
                <a:solidFill>
                  <a:schemeClr val="tx1">
                    <a:tint val="82000"/>
                  </a:schemeClr>
                </a:solidFill>
              </a:defRPr>
            </a:lvl3pPr>
            <a:lvl4pPr marL="3405957" indent="0">
              <a:buNone/>
              <a:defRPr sz="3973">
                <a:solidFill>
                  <a:schemeClr val="tx1">
                    <a:tint val="82000"/>
                  </a:schemeClr>
                </a:solidFill>
              </a:defRPr>
            </a:lvl4pPr>
            <a:lvl5pPr marL="4541276" indent="0">
              <a:buNone/>
              <a:defRPr sz="3973">
                <a:solidFill>
                  <a:schemeClr val="tx1">
                    <a:tint val="82000"/>
                  </a:schemeClr>
                </a:solidFill>
              </a:defRPr>
            </a:lvl5pPr>
            <a:lvl6pPr marL="5676595" indent="0">
              <a:buNone/>
              <a:defRPr sz="3973">
                <a:solidFill>
                  <a:schemeClr val="tx1">
                    <a:tint val="82000"/>
                  </a:schemeClr>
                </a:solidFill>
              </a:defRPr>
            </a:lvl6pPr>
            <a:lvl7pPr marL="6811914" indent="0">
              <a:buNone/>
              <a:defRPr sz="3973">
                <a:solidFill>
                  <a:schemeClr val="tx1">
                    <a:tint val="82000"/>
                  </a:schemeClr>
                </a:solidFill>
              </a:defRPr>
            </a:lvl7pPr>
            <a:lvl8pPr marL="7947233" indent="0">
              <a:buNone/>
              <a:defRPr sz="3973">
                <a:solidFill>
                  <a:schemeClr val="tx1">
                    <a:tint val="82000"/>
                  </a:schemeClr>
                </a:solidFill>
              </a:defRPr>
            </a:lvl8pPr>
            <a:lvl9pPr marL="9082552" indent="0">
              <a:buNone/>
              <a:defRPr sz="3973">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316EB535-9065-0F2F-033D-AA979BBE1E75}"/>
              </a:ext>
            </a:extLst>
          </p:cNvPr>
          <p:cNvSpPr>
            <a:spLocks noGrp="1"/>
          </p:cNvSpPr>
          <p:nvPr>
            <p:ph type="dt" sz="half" idx="10"/>
          </p:nvPr>
        </p:nvSpPr>
        <p:spPr/>
        <p:txBody>
          <a:bodyPr/>
          <a:lstStyle/>
          <a:p>
            <a:fld id="{39490C1E-006A-471F-A583-7AAA8224009B}" type="datetime1">
              <a:rPr lang="LID4096" altLang="ja-JP" smtClean="0"/>
              <a:t>12/2/25</a:t>
            </a:fld>
            <a:endParaRPr lang="en-JP"/>
          </a:p>
        </p:txBody>
      </p:sp>
      <p:sp>
        <p:nvSpPr>
          <p:cNvPr id="5" name="フッター プレースホルダー 4">
            <a:extLst>
              <a:ext uri="{FF2B5EF4-FFF2-40B4-BE49-F238E27FC236}">
                <a16:creationId xmlns:a16="http://schemas.microsoft.com/office/drawing/2014/main" id="{65ACCFF7-4082-1DB5-A7C0-5986452E8193}"/>
              </a:ext>
            </a:extLst>
          </p:cNvPr>
          <p:cNvSpPr>
            <a:spLocks noGrp="1"/>
          </p:cNvSpPr>
          <p:nvPr>
            <p:ph type="ftr" sz="quarter" idx="11"/>
          </p:nvPr>
        </p:nvSpPr>
        <p:spPr/>
        <p:txBody>
          <a:bodyPr/>
          <a:lstStyle/>
          <a:p>
            <a:endParaRPr lang="en-JP"/>
          </a:p>
        </p:txBody>
      </p:sp>
      <p:sp>
        <p:nvSpPr>
          <p:cNvPr id="6" name="スライド番号プレースホルダー 5">
            <a:extLst>
              <a:ext uri="{FF2B5EF4-FFF2-40B4-BE49-F238E27FC236}">
                <a16:creationId xmlns:a16="http://schemas.microsoft.com/office/drawing/2014/main" id="{6D4DDFD6-C63B-115B-B22F-F68EFBA81E79}"/>
              </a:ext>
            </a:extLst>
          </p:cNvPr>
          <p:cNvSpPr>
            <a:spLocks noGrp="1"/>
          </p:cNvSpPr>
          <p:nvPr>
            <p:ph type="sldNum" sz="quarter" idx="12"/>
          </p:nvPr>
        </p:nvSpPr>
        <p:spPr/>
        <p:txBody>
          <a:bodyPr/>
          <a:lstStyle/>
          <a:p>
            <a:fld id="{ACA362A1-787E-2148-99F8-CF31CF5AC487}" type="slidenum">
              <a:rPr lang="en-JP" smtClean="0"/>
              <a:t>‹#›</a:t>
            </a:fld>
            <a:endParaRPr lang="en-JP"/>
          </a:p>
        </p:txBody>
      </p:sp>
    </p:spTree>
    <p:extLst>
      <p:ext uri="{BB962C8B-B14F-4D97-AF65-F5344CB8AC3E}">
        <p14:creationId xmlns:p14="http://schemas.microsoft.com/office/powerpoint/2010/main" val="97054229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4EAC84D-1EDC-EF0F-3CC3-C4744D8CB0FF}"/>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6246B91D-04C0-A593-3934-9401915D91C5}"/>
              </a:ext>
            </a:extLst>
          </p:cNvPr>
          <p:cNvSpPr>
            <a:spLocks noGrp="1"/>
          </p:cNvSpPr>
          <p:nvPr>
            <p:ph sz="half" idx="1"/>
          </p:nvPr>
        </p:nvSpPr>
        <p:spPr>
          <a:xfrm>
            <a:off x="2081421" y="11394520"/>
            <a:ext cx="12866966" cy="27158594"/>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D8B49D94-E4D5-516B-F9B0-5735DA287E28}"/>
              </a:ext>
            </a:extLst>
          </p:cNvPr>
          <p:cNvSpPr>
            <a:spLocks noGrp="1"/>
          </p:cNvSpPr>
          <p:nvPr>
            <p:ph sz="half" idx="2"/>
          </p:nvPr>
        </p:nvSpPr>
        <p:spPr>
          <a:xfrm>
            <a:off x="15326826" y="11394520"/>
            <a:ext cx="12866966" cy="27158594"/>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EB4A894F-C2D2-300F-7E75-720D759E22FD}"/>
              </a:ext>
            </a:extLst>
          </p:cNvPr>
          <p:cNvSpPr>
            <a:spLocks noGrp="1"/>
          </p:cNvSpPr>
          <p:nvPr>
            <p:ph type="dt" sz="half" idx="10"/>
          </p:nvPr>
        </p:nvSpPr>
        <p:spPr/>
        <p:txBody>
          <a:bodyPr/>
          <a:lstStyle/>
          <a:p>
            <a:fld id="{8F14F39A-FAA3-4B27-BC07-2AA343CBE051}" type="datetime1">
              <a:rPr lang="LID4096" altLang="ja-JP" smtClean="0"/>
              <a:t>12/2/25</a:t>
            </a:fld>
            <a:endParaRPr lang="en-JP"/>
          </a:p>
        </p:txBody>
      </p:sp>
      <p:sp>
        <p:nvSpPr>
          <p:cNvPr id="6" name="フッター プレースホルダー 5">
            <a:extLst>
              <a:ext uri="{FF2B5EF4-FFF2-40B4-BE49-F238E27FC236}">
                <a16:creationId xmlns:a16="http://schemas.microsoft.com/office/drawing/2014/main" id="{A63C73C4-49DD-6A52-84A6-30745B297B42}"/>
              </a:ext>
            </a:extLst>
          </p:cNvPr>
          <p:cNvSpPr>
            <a:spLocks noGrp="1"/>
          </p:cNvSpPr>
          <p:nvPr>
            <p:ph type="ftr" sz="quarter" idx="11"/>
          </p:nvPr>
        </p:nvSpPr>
        <p:spPr/>
        <p:txBody>
          <a:bodyPr/>
          <a:lstStyle/>
          <a:p>
            <a:endParaRPr lang="en-JP"/>
          </a:p>
        </p:txBody>
      </p:sp>
      <p:sp>
        <p:nvSpPr>
          <p:cNvPr id="7" name="スライド番号プレースホルダー 6">
            <a:extLst>
              <a:ext uri="{FF2B5EF4-FFF2-40B4-BE49-F238E27FC236}">
                <a16:creationId xmlns:a16="http://schemas.microsoft.com/office/drawing/2014/main" id="{06A29D12-1276-FBEA-6E77-44A6AC46B60C}"/>
              </a:ext>
            </a:extLst>
          </p:cNvPr>
          <p:cNvSpPr>
            <a:spLocks noGrp="1"/>
          </p:cNvSpPr>
          <p:nvPr>
            <p:ph type="sldNum" sz="quarter" idx="12"/>
          </p:nvPr>
        </p:nvSpPr>
        <p:spPr/>
        <p:txBody>
          <a:bodyPr/>
          <a:lstStyle/>
          <a:p>
            <a:fld id="{ACA362A1-787E-2148-99F8-CF31CF5AC487}" type="slidenum">
              <a:rPr lang="en-JP" smtClean="0"/>
              <a:t>‹#›</a:t>
            </a:fld>
            <a:endParaRPr lang="en-JP"/>
          </a:p>
        </p:txBody>
      </p:sp>
    </p:spTree>
    <p:extLst>
      <p:ext uri="{BB962C8B-B14F-4D97-AF65-F5344CB8AC3E}">
        <p14:creationId xmlns:p14="http://schemas.microsoft.com/office/powerpoint/2010/main" val="398456729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3433CB0-71BD-0B16-2C63-06F40D7BD659}"/>
              </a:ext>
            </a:extLst>
          </p:cNvPr>
          <p:cNvSpPr>
            <a:spLocks noGrp="1"/>
          </p:cNvSpPr>
          <p:nvPr>
            <p:ph type="title"/>
          </p:nvPr>
        </p:nvSpPr>
        <p:spPr>
          <a:xfrm>
            <a:off x="2085364" y="2278907"/>
            <a:ext cx="26112371" cy="8273416"/>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C574872C-2B12-26C2-C119-BADD87279A9E}"/>
              </a:ext>
            </a:extLst>
          </p:cNvPr>
          <p:cNvSpPr>
            <a:spLocks noGrp="1"/>
          </p:cNvSpPr>
          <p:nvPr>
            <p:ph type="body" idx="1"/>
          </p:nvPr>
        </p:nvSpPr>
        <p:spPr>
          <a:xfrm>
            <a:off x="2085365" y="10492870"/>
            <a:ext cx="12807833" cy="5142393"/>
          </a:xfrm>
        </p:spPr>
        <p:txBody>
          <a:bodyPr anchor="b"/>
          <a:lstStyle>
            <a:lvl1pPr marL="0" indent="0">
              <a:buNone/>
              <a:defRPr sz="5960" b="1"/>
            </a:lvl1pPr>
            <a:lvl2pPr marL="1135319" indent="0">
              <a:buNone/>
              <a:defRPr sz="4966" b="1"/>
            </a:lvl2pPr>
            <a:lvl3pPr marL="2270638" indent="0">
              <a:buNone/>
              <a:defRPr sz="4470" b="1"/>
            </a:lvl3pPr>
            <a:lvl4pPr marL="3405957" indent="0">
              <a:buNone/>
              <a:defRPr sz="3973" b="1"/>
            </a:lvl4pPr>
            <a:lvl5pPr marL="4541276" indent="0">
              <a:buNone/>
              <a:defRPr sz="3973" b="1"/>
            </a:lvl5pPr>
            <a:lvl6pPr marL="5676595" indent="0">
              <a:buNone/>
              <a:defRPr sz="3973" b="1"/>
            </a:lvl6pPr>
            <a:lvl7pPr marL="6811914" indent="0">
              <a:buNone/>
              <a:defRPr sz="3973" b="1"/>
            </a:lvl7pPr>
            <a:lvl8pPr marL="7947233" indent="0">
              <a:buNone/>
              <a:defRPr sz="3973" b="1"/>
            </a:lvl8pPr>
            <a:lvl9pPr marL="9082552" indent="0">
              <a:buNone/>
              <a:defRPr sz="3973"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1159AD27-0A5A-BC42-A4B3-3EF5C74FA15A}"/>
              </a:ext>
            </a:extLst>
          </p:cNvPr>
          <p:cNvSpPr>
            <a:spLocks noGrp="1"/>
          </p:cNvSpPr>
          <p:nvPr>
            <p:ph sz="half" idx="2"/>
          </p:nvPr>
        </p:nvSpPr>
        <p:spPr>
          <a:xfrm>
            <a:off x="2085365" y="15635264"/>
            <a:ext cx="12807833" cy="22997117"/>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A6EE6D99-284F-9D5E-CBC3-7A8D787DE88D}"/>
              </a:ext>
            </a:extLst>
          </p:cNvPr>
          <p:cNvSpPr>
            <a:spLocks noGrp="1"/>
          </p:cNvSpPr>
          <p:nvPr>
            <p:ph type="body" sz="quarter" idx="3"/>
          </p:nvPr>
        </p:nvSpPr>
        <p:spPr>
          <a:xfrm>
            <a:off x="15326827" y="10492870"/>
            <a:ext cx="12870909" cy="5142393"/>
          </a:xfrm>
        </p:spPr>
        <p:txBody>
          <a:bodyPr anchor="b"/>
          <a:lstStyle>
            <a:lvl1pPr marL="0" indent="0">
              <a:buNone/>
              <a:defRPr sz="5960" b="1"/>
            </a:lvl1pPr>
            <a:lvl2pPr marL="1135319" indent="0">
              <a:buNone/>
              <a:defRPr sz="4966" b="1"/>
            </a:lvl2pPr>
            <a:lvl3pPr marL="2270638" indent="0">
              <a:buNone/>
              <a:defRPr sz="4470" b="1"/>
            </a:lvl3pPr>
            <a:lvl4pPr marL="3405957" indent="0">
              <a:buNone/>
              <a:defRPr sz="3973" b="1"/>
            </a:lvl4pPr>
            <a:lvl5pPr marL="4541276" indent="0">
              <a:buNone/>
              <a:defRPr sz="3973" b="1"/>
            </a:lvl5pPr>
            <a:lvl6pPr marL="5676595" indent="0">
              <a:buNone/>
              <a:defRPr sz="3973" b="1"/>
            </a:lvl6pPr>
            <a:lvl7pPr marL="6811914" indent="0">
              <a:buNone/>
              <a:defRPr sz="3973" b="1"/>
            </a:lvl7pPr>
            <a:lvl8pPr marL="7947233" indent="0">
              <a:buNone/>
              <a:defRPr sz="3973" b="1"/>
            </a:lvl8pPr>
            <a:lvl9pPr marL="9082552" indent="0">
              <a:buNone/>
              <a:defRPr sz="3973"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B26228A4-2E17-1C8C-0269-A48CF8D12777}"/>
              </a:ext>
            </a:extLst>
          </p:cNvPr>
          <p:cNvSpPr>
            <a:spLocks noGrp="1"/>
          </p:cNvSpPr>
          <p:nvPr>
            <p:ph sz="quarter" idx="4"/>
          </p:nvPr>
        </p:nvSpPr>
        <p:spPr>
          <a:xfrm>
            <a:off x="15326827" y="15635264"/>
            <a:ext cx="12870909" cy="22997117"/>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7697EBAC-EA3C-FC72-09C1-7E52E8683C85}"/>
              </a:ext>
            </a:extLst>
          </p:cNvPr>
          <p:cNvSpPr>
            <a:spLocks noGrp="1"/>
          </p:cNvSpPr>
          <p:nvPr>
            <p:ph type="dt" sz="half" idx="10"/>
          </p:nvPr>
        </p:nvSpPr>
        <p:spPr/>
        <p:txBody>
          <a:bodyPr/>
          <a:lstStyle/>
          <a:p>
            <a:fld id="{350AD22A-55F2-4547-A5CA-A5A999E6556D}" type="datetime1">
              <a:rPr lang="LID4096" altLang="ja-JP" smtClean="0"/>
              <a:t>12/2/25</a:t>
            </a:fld>
            <a:endParaRPr lang="en-JP"/>
          </a:p>
        </p:txBody>
      </p:sp>
      <p:sp>
        <p:nvSpPr>
          <p:cNvPr id="8" name="フッター プレースホルダー 7">
            <a:extLst>
              <a:ext uri="{FF2B5EF4-FFF2-40B4-BE49-F238E27FC236}">
                <a16:creationId xmlns:a16="http://schemas.microsoft.com/office/drawing/2014/main" id="{BBF6A1C3-9D79-EF58-6440-46FA21BE532C}"/>
              </a:ext>
            </a:extLst>
          </p:cNvPr>
          <p:cNvSpPr>
            <a:spLocks noGrp="1"/>
          </p:cNvSpPr>
          <p:nvPr>
            <p:ph type="ftr" sz="quarter" idx="11"/>
          </p:nvPr>
        </p:nvSpPr>
        <p:spPr/>
        <p:txBody>
          <a:bodyPr/>
          <a:lstStyle/>
          <a:p>
            <a:endParaRPr lang="en-JP"/>
          </a:p>
        </p:txBody>
      </p:sp>
      <p:sp>
        <p:nvSpPr>
          <p:cNvPr id="9" name="スライド番号プレースホルダー 8">
            <a:extLst>
              <a:ext uri="{FF2B5EF4-FFF2-40B4-BE49-F238E27FC236}">
                <a16:creationId xmlns:a16="http://schemas.microsoft.com/office/drawing/2014/main" id="{C15C9C54-6ABB-EBA4-8A6E-B6F90C85431D}"/>
              </a:ext>
            </a:extLst>
          </p:cNvPr>
          <p:cNvSpPr>
            <a:spLocks noGrp="1"/>
          </p:cNvSpPr>
          <p:nvPr>
            <p:ph type="sldNum" sz="quarter" idx="12"/>
          </p:nvPr>
        </p:nvSpPr>
        <p:spPr/>
        <p:txBody>
          <a:bodyPr/>
          <a:lstStyle/>
          <a:p>
            <a:fld id="{ACA362A1-787E-2148-99F8-CF31CF5AC487}" type="slidenum">
              <a:rPr lang="en-JP" smtClean="0"/>
              <a:t>‹#›</a:t>
            </a:fld>
            <a:endParaRPr lang="en-JP"/>
          </a:p>
        </p:txBody>
      </p:sp>
    </p:spTree>
    <p:extLst>
      <p:ext uri="{BB962C8B-B14F-4D97-AF65-F5344CB8AC3E}">
        <p14:creationId xmlns:p14="http://schemas.microsoft.com/office/powerpoint/2010/main" val="15950082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BE74465-7FB9-FFDB-5372-EC76AAA400F5}"/>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B6F0455F-FFF0-F9DA-340E-329FFF249DD8}"/>
              </a:ext>
            </a:extLst>
          </p:cNvPr>
          <p:cNvSpPr>
            <a:spLocks noGrp="1"/>
          </p:cNvSpPr>
          <p:nvPr>
            <p:ph type="dt" sz="half" idx="10"/>
          </p:nvPr>
        </p:nvSpPr>
        <p:spPr/>
        <p:txBody>
          <a:bodyPr/>
          <a:lstStyle/>
          <a:p>
            <a:fld id="{D1E7EEDF-E3BE-4535-8538-9CF15E9FEAAB}" type="datetime1">
              <a:rPr lang="LID4096" altLang="ja-JP" smtClean="0"/>
              <a:t>12/2/25</a:t>
            </a:fld>
            <a:endParaRPr lang="en-JP"/>
          </a:p>
        </p:txBody>
      </p:sp>
      <p:sp>
        <p:nvSpPr>
          <p:cNvPr id="4" name="フッター プレースホルダー 3">
            <a:extLst>
              <a:ext uri="{FF2B5EF4-FFF2-40B4-BE49-F238E27FC236}">
                <a16:creationId xmlns:a16="http://schemas.microsoft.com/office/drawing/2014/main" id="{62172AED-DB60-7AF8-4CB1-FBBF460948D5}"/>
              </a:ext>
            </a:extLst>
          </p:cNvPr>
          <p:cNvSpPr>
            <a:spLocks noGrp="1"/>
          </p:cNvSpPr>
          <p:nvPr>
            <p:ph type="ftr" sz="quarter" idx="11"/>
          </p:nvPr>
        </p:nvSpPr>
        <p:spPr/>
        <p:txBody>
          <a:bodyPr/>
          <a:lstStyle/>
          <a:p>
            <a:endParaRPr lang="en-JP"/>
          </a:p>
        </p:txBody>
      </p:sp>
      <p:sp>
        <p:nvSpPr>
          <p:cNvPr id="5" name="スライド番号プレースホルダー 4">
            <a:extLst>
              <a:ext uri="{FF2B5EF4-FFF2-40B4-BE49-F238E27FC236}">
                <a16:creationId xmlns:a16="http://schemas.microsoft.com/office/drawing/2014/main" id="{677A93A3-B6E9-45DC-D658-FF86F9BB2C3E}"/>
              </a:ext>
            </a:extLst>
          </p:cNvPr>
          <p:cNvSpPr>
            <a:spLocks noGrp="1"/>
          </p:cNvSpPr>
          <p:nvPr>
            <p:ph type="sldNum" sz="quarter" idx="12"/>
          </p:nvPr>
        </p:nvSpPr>
        <p:spPr/>
        <p:txBody>
          <a:bodyPr/>
          <a:lstStyle/>
          <a:p>
            <a:fld id="{ACA362A1-787E-2148-99F8-CF31CF5AC487}" type="slidenum">
              <a:rPr lang="en-JP" smtClean="0"/>
              <a:t>‹#›</a:t>
            </a:fld>
            <a:endParaRPr lang="en-JP"/>
          </a:p>
        </p:txBody>
      </p:sp>
    </p:spTree>
    <p:extLst>
      <p:ext uri="{BB962C8B-B14F-4D97-AF65-F5344CB8AC3E}">
        <p14:creationId xmlns:p14="http://schemas.microsoft.com/office/powerpoint/2010/main" val="308021038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4BDC4AA7-1391-A576-DDA0-0363499716DE}"/>
              </a:ext>
            </a:extLst>
          </p:cNvPr>
          <p:cNvSpPr>
            <a:spLocks noGrp="1"/>
          </p:cNvSpPr>
          <p:nvPr>
            <p:ph type="dt" sz="half" idx="10"/>
          </p:nvPr>
        </p:nvSpPr>
        <p:spPr/>
        <p:txBody>
          <a:bodyPr/>
          <a:lstStyle/>
          <a:p>
            <a:fld id="{C90845DA-CECE-4290-9A52-6E01FD60E4F0}" type="datetime1">
              <a:rPr lang="LID4096" altLang="ja-JP" smtClean="0"/>
              <a:t>12/2/25</a:t>
            </a:fld>
            <a:endParaRPr lang="en-JP"/>
          </a:p>
        </p:txBody>
      </p:sp>
      <p:sp>
        <p:nvSpPr>
          <p:cNvPr id="3" name="フッター プレースホルダー 2">
            <a:extLst>
              <a:ext uri="{FF2B5EF4-FFF2-40B4-BE49-F238E27FC236}">
                <a16:creationId xmlns:a16="http://schemas.microsoft.com/office/drawing/2014/main" id="{B3025198-A93D-F802-4B7D-52114A11DD8D}"/>
              </a:ext>
            </a:extLst>
          </p:cNvPr>
          <p:cNvSpPr>
            <a:spLocks noGrp="1"/>
          </p:cNvSpPr>
          <p:nvPr>
            <p:ph type="ftr" sz="quarter" idx="11"/>
          </p:nvPr>
        </p:nvSpPr>
        <p:spPr/>
        <p:txBody>
          <a:bodyPr/>
          <a:lstStyle/>
          <a:p>
            <a:endParaRPr lang="en-JP"/>
          </a:p>
        </p:txBody>
      </p:sp>
      <p:sp>
        <p:nvSpPr>
          <p:cNvPr id="4" name="スライド番号プレースホルダー 3">
            <a:extLst>
              <a:ext uri="{FF2B5EF4-FFF2-40B4-BE49-F238E27FC236}">
                <a16:creationId xmlns:a16="http://schemas.microsoft.com/office/drawing/2014/main" id="{0477640C-57E2-47B7-953A-2DA4E322EF51}"/>
              </a:ext>
            </a:extLst>
          </p:cNvPr>
          <p:cNvSpPr>
            <a:spLocks noGrp="1"/>
          </p:cNvSpPr>
          <p:nvPr>
            <p:ph type="sldNum" sz="quarter" idx="12"/>
          </p:nvPr>
        </p:nvSpPr>
        <p:spPr/>
        <p:txBody>
          <a:bodyPr/>
          <a:lstStyle/>
          <a:p>
            <a:fld id="{ACA362A1-787E-2148-99F8-CF31CF5AC487}" type="slidenum">
              <a:rPr lang="en-JP" smtClean="0"/>
              <a:t>‹#›</a:t>
            </a:fld>
            <a:endParaRPr lang="en-JP"/>
          </a:p>
        </p:txBody>
      </p:sp>
    </p:spTree>
    <p:extLst>
      <p:ext uri="{BB962C8B-B14F-4D97-AF65-F5344CB8AC3E}">
        <p14:creationId xmlns:p14="http://schemas.microsoft.com/office/powerpoint/2010/main" val="184616948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93B808A-A6CF-9A2A-F238-AE46D353DBAF}"/>
              </a:ext>
            </a:extLst>
          </p:cNvPr>
          <p:cNvSpPr>
            <a:spLocks noGrp="1"/>
          </p:cNvSpPr>
          <p:nvPr>
            <p:ph type="title"/>
          </p:nvPr>
        </p:nvSpPr>
        <p:spPr>
          <a:xfrm>
            <a:off x="2085366" y="2853584"/>
            <a:ext cx="9764543" cy="9987545"/>
          </a:xfrm>
        </p:spPr>
        <p:txBody>
          <a:bodyPr anchor="b"/>
          <a:lstStyle>
            <a:lvl1pPr>
              <a:defRPr sz="7946"/>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5CC3E228-FBA3-6B0C-898B-81C54A6542BB}"/>
              </a:ext>
            </a:extLst>
          </p:cNvPr>
          <p:cNvSpPr>
            <a:spLocks noGrp="1"/>
          </p:cNvSpPr>
          <p:nvPr>
            <p:ph idx="1"/>
          </p:nvPr>
        </p:nvSpPr>
        <p:spPr>
          <a:xfrm>
            <a:off x="12870909" y="6162952"/>
            <a:ext cx="15326827" cy="30418415"/>
          </a:xfrm>
        </p:spPr>
        <p:txBody>
          <a:bodyPr/>
          <a:lstStyle>
            <a:lvl1pPr>
              <a:defRPr sz="7946"/>
            </a:lvl1pPr>
            <a:lvl2pPr>
              <a:defRPr sz="6953"/>
            </a:lvl2pPr>
            <a:lvl3pPr>
              <a:defRPr sz="5960"/>
            </a:lvl3pPr>
            <a:lvl4pPr>
              <a:defRPr sz="4966"/>
            </a:lvl4pPr>
            <a:lvl5pPr>
              <a:defRPr sz="4966"/>
            </a:lvl5pPr>
            <a:lvl6pPr>
              <a:defRPr sz="4966"/>
            </a:lvl6pPr>
            <a:lvl7pPr>
              <a:defRPr sz="4966"/>
            </a:lvl7pPr>
            <a:lvl8pPr>
              <a:defRPr sz="4966"/>
            </a:lvl8pPr>
            <a:lvl9pPr>
              <a:defRPr sz="4966"/>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A4B8C242-9ADD-80F9-8035-C6D48E3C79A1}"/>
              </a:ext>
            </a:extLst>
          </p:cNvPr>
          <p:cNvSpPr>
            <a:spLocks noGrp="1"/>
          </p:cNvSpPr>
          <p:nvPr>
            <p:ph type="body" sz="half" idx="2"/>
          </p:nvPr>
        </p:nvSpPr>
        <p:spPr>
          <a:xfrm>
            <a:off x="2085366" y="12841129"/>
            <a:ext cx="9764543" cy="23789780"/>
          </a:xfrm>
        </p:spPr>
        <p:txBody>
          <a:bodyPr/>
          <a:lstStyle>
            <a:lvl1pPr marL="0" indent="0">
              <a:buNone/>
              <a:defRPr sz="3973"/>
            </a:lvl1pPr>
            <a:lvl2pPr marL="1135319" indent="0">
              <a:buNone/>
              <a:defRPr sz="3476"/>
            </a:lvl2pPr>
            <a:lvl3pPr marL="2270638" indent="0">
              <a:buNone/>
              <a:defRPr sz="2980"/>
            </a:lvl3pPr>
            <a:lvl4pPr marL="3405957" indent="0">
              <a:buNone/>
              <a:defRPr sz="2483"/>
            </a:lvl4pPr>
            <a:lvl5pPr marL="4541276" indent="0">
              <a:buNone/>
              <a:defRPr sz="2483"/>
            </a:lvl5pPr>
            <a:lvl6pPr marL="5676595" indent="0">
              <a:buNone/>
              <a:defRPr sz="2483"/>
            </a:lvl6pPr>
            <a:lvl7pPr marL="6811914" indent="0">
              <a:buNone/>
              <a:defRPr sz="2483"/>
            </a:lvl7pPr>
            <a:lvl8pPr marL="7947233" indent="0">
              <a:buNone/>
              <a:defRPr sz="2483"/>
            </a:lvl8pPr>
            <a:lvl9pPr marL="9082552" indent="0">
              <a:buNone/>
              <a:defRPr sz="2483"/>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EA27236D-6CD4-B2EB-EE21-85EF91A72983}"/>
              </a:ext>
            </a:extLst>
          </p:cNvPr>
          <p:cNvSpPr>
            <a:spLocks noGrp="1"/>
          </p:cNvSpPr>
          <p:nvPr>
            <p:ph type="dt" sz="half" idx="10"/>
          </p:nvPr>
        </p:nvSpPr>
        <p:spPr/>
        <p:txBody>
          <a:bodyPr/>
          <a:lstStyle/>
          <a:p>
            <a:fld id="{66506D8A-3A14-4426-A8F0-6A46E306C20B}" type="datetime1">
              <a:rPr lang="LID4096" altLang="ja-JP" smtClean="0"/>
              <a:t>12/2/25</a:t>
            </a:fld>
            <a:endParaRPr lang="en-JP"/>
          </a:p>
        </p:txBody>
      </p:sp>
      <p:sp>
        <p:nvSpPr>
          <p:cNvPr id="6" name="フッター プレースホルダー 5">
            <a:extLst>
              <a:ext uri="{FF2B5EF4-FFF2-40B4-BE49-F238E27FC236}">
                <a16:creationId xmlns:a16="http://schemas.microsoft.com/office/drawing/2014/main" id="{1D892A41-3367-1F26-AFD8-FB7BE38B166E}"/>
              </a:ext>
            </a:extLst>
          </p:cNvPr>
          <p:cNvSpPr>
            <a:spLocks noGrp="1"/>
          </p:cNvSpPr>
          <p:nvPr>
            <p:ph type="ftr" sz="quarter" idx="11"/>
          </p:nvPr>
        </p:nvSpPr>
        <p:spPr/>
        <p:txBody>
          <a:bodyPr/>
          <a:lstStyle/>
          <a:p>
            <a:endParaRPr lang="en-JP"/>
          </a:p>
        </p:txBody>
      </p:sp>
      <p:sp>
        <p:nvSpPr>
          <p:cNvPr id="7" name="スライド番号プレースホルダー 6">
            <a:extLst>
              <a:ext uri="{FF2B5EF4-FFF2-40B4-BE49-F238E27FC236}">
                <a16:creationId xmlns:a16="http://schemas.microsoft.com/office/drawing/2014/main" id="{36E9165D-48FA-278C-F3E8-A38764301104}"/>
              </a:ext>
            </a:extLst>
          </p:cNvPr>
          <p:cNvSpPr>
            <a:spLocks noGrp="1"/>
          </p:cNvSpPr>
          <p:nvPr>
            <p:ph type="sldNum" sz="quarter" idx="12"/>
          </p:nvPr>
        </p:nvSpPr>
        <p:spPr/>
        <p:txBody>
          <a:bodyPr/>
          <a:lstStyle/>
          <a:p>
            <a:fld id="{ACA362A1-787E-2148-99F8-CF31CF5AC487}" type="slidenum">
              <a:rPr lang="en-JP" smtClean="0"/>
              <a:t>‹#›</a:t>
            </a:fld>
            <a:endParaRPr lang="en-JP"/>
          </a:p>
        </p:txBody>
      </p:sp>
    </p:spTree>
    <p:extLst>
      <p:ext uri="{BB962C8B-B14F-4D97-AF65-F5344CB8AC3E}">
        <p14:creationId xmlns:p14="http://schemas.microsoft.com/office/powerpoint/2010/main" val="314966873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717AD7F-F958-8B77-9EB2-668DD8690BD9}"/>
              </a:ext>
            </a:extLst>
          </p:cNvPr>
          <p:cNvSpPr>
            <a:spLocks noGrp="1"/>
          </p:cNvSpPr>
          <p:nvPr>
            <p:ph type="title"/>
          </p:nvPr>
        </p:nvSpPr>
        <p:spPr>
          <a:xfrm>
            <a:off x="2085366" y="2853584"/>
            <a:ext cx="9764543" cy="9987545"/>
          </a:xfrm>
        </p:spPr>
        <p:txBody>
          <a:bodyPr anchor="b"/>
          <a:lstStyle>
            <a:lvl1pPr>
              <a:defRPr sz="7946"/>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6A6E6A48-783B-7A67-EE52-D8507BF709A2}"/>
              </a:ext>
            </a:extLst>
          </p:cNvPr>
          <p:cNvSpPr>
            <a:spLocks noGrp="1"/>
          </p:cNvSpPr>
          <p:nvPr>
            <p:ph type="pic" idx="1"/>
          </p:nvPr>
        </p:nvSpPr>
        <p:spPr>
          <a:xfrm>
            <a:off x="12870909" y="6162952"/>
            <a:ext cx="15326827" cy="30418415"/>
          </a:xfrm>
        </p:spPr>
        <p:txBody>
          <a:bodyPr/>
          <a:lstStyle>
            <a:lvl1pPr marL="0" indent="0">
              <a:buNone/>
              <a:defRPr sz="7946"/>
            </a:lvl1pPr>
            <a:lvl2pPr marL="1135319" indent="0">
              <a:buNone/>
              <a:defRPr sz="6953"/>
            </a:lvl2pPr>
            <a:lvl3pPr marL="2270638" indent="0">
              <a:buNone/>
              <a:defRPr sz="5960"/>
            </a:lvl3pPr>
            <a:lvl4pPr marL="3405957" indent="0">
              <a:buNone/>
              <a:defRPr sz="4966"/>
            </a:lvl4pPr>
            <a:lvl5pPr marL="4541276" indent="0">
              <a:buNone/>
              <a:defRPr sz="4966"/>
            </a:lvl5pPr>
            <a:lvl6pPr marL="5676595" indent="0">
              <a:buNone/>
              <a:defRPr sz="4966"/>
            </a:lvl6pPr>
            <a:lvl7pPr marL="6811914" indent="0">
              <a:buNone/>
              <a:defRPr sz="4966"/>
            </a:lvl7pPr>
            <a:lvl8pPr marL="7947233" indent="0">
              <a:buNone/>
              <a:defRPr sz="4966"/>
            </a:lvl8pPr>
            <a:lvl9pPr marL="9082552" indent="0">
              <a:buNone/>
              <a:defRPr sz="4966"/>
            </a:lvl9pPr>
          </a:lstStyle>
          <a:p>
            <a:endParaRPr kumimoji="1" lang="ja-JP" altLang="en-US"/>
          </a:p>
        </p:txBody>
      </p:sp>
      <p:sp>
        <p:nvSpPr>
          <p:cNvPr id="4" name="テキスト プレースホルダー 3">
            <a:extLst>
              <a:ext uri="{FF2B5EF4-FFF2-40B4-BE49-F238E27FC236}">
                <a16:creationId xmlns:a16="http://schemas.microsoft.com/office/drawing/2014/main" id="{5BEFF546-7EE5-E5DD-65A4-7999A9184CA2}"/>
              </a:ext>
            </a:extLst>
          </p:cNvPr>
          <p:cNvSpPr>
            <a:spLocks noGrp="1"/>
          </p:cNvSpPr>
          <p:nvPr>
            <p:ph type="body" sz="half" idx="2"/>
          </p:nvPr>
        </p:nvSpPr>
        <p:spPr>
          <a:xfrm>
            <a:off x="2085366" y="12841129"/>
            <a:ext cx="9764543" cy="23789780"/>
          </a:xfrm>
        </p:spPr>
        <p:txBody>
          <a:bodyPr/>
          <a:lstStyle>
            <a:lvl1pPr marL="0" indent="0">
              <a:buNone/>
              <a:defRPr sz="3973"/>
            </a:lvl1pPr>
            <a:lvl2pPr marL="1135319" indent="0">
              <a:buNone/>
              <a:defRPr sz="3476"/>
            </a:lvl2pPr>
            <a:lvl3pPr marL="2270638" indent="0">
              <a:buNone/>
              <a:defRPr sz="2980"/>
            </a:lvl3pPr>
            <a:lvl4pPr marL="3405957" indent="0">
              <a:buNone/>
              <a:defRPr sz="2483"/>
            </a:lvl4pPr>
            <a:lvl5pPr marL="4541276" indent="0">
              <a:buNone/>
              <a:defRPr sz="2483"/>
            </a:lvl5pPr>
            <a:lvl6pPr marL="5676595" indent="0">
              <a:buNone/>
              <a:defRPr sz="2483"/>
            </a:lvl6pPr>
            <a:lvl7pPr marL="6811914" indent="0">
              <a:buNone/>
              <a:defRPr sz="2483"/>
            </a:lvl7pPr>
            <a:lvl8pPr marL="7947233" indent="0">
              <a:buNone/>
              <a:defRPr sz="2483"/>
            </a:lvl8pPr>
            <a:lvl9pPr marL="9082552" indent="0">
              <a:buNone/>
              <a:defRPr sz="2483"/>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46FE1794-69CF-49F2-4D28-409C7C4037E0}"/>
              </a:ext>
            </a:extLst>
          </p:cNvPr>
          <p:cNvSpPr>
            <a:spLocks noGrp="1"/>
          </p:cNvSpPr>
          <p:nvPr>
            <p:ph type="dt" sz="half" idx="10"/>
          </p:nvPr>
        </p:nvSpPr>
        <p:spPr/>
        <p:txBody>
          <a:bodyPr/>
          <a:lstStyle/>
          <a:p>
            <a:fld id="{CE7E1F37-E86F-4380-AB65-0EB41FBEEA80}" type="datetime1">
              <a:rPr lang="LID4096" altLang="ja-JP" smtClean="0"/>
              <a:t>12/2/25</a:t>
            </a:fld>
            <a:endParaRPr lang="en-JP"/>
          </a:p>
        </p:txBody>
      </p:sp>
      <p:sp>
        <p:nvSpPr>
          <p:cNvPr id="6" name="フッター プレースホルダー 5">
            <a:extLst>
              <a:ext uri="{FF2B5EF4-FFF2-40B4-BE49-F238E27FC236}">
                <a16:creationId xmlns:a16="http://schemas.microsoft.com/office/drawing/2014/main" id="{596E2E1C-0AA6-0FDC-B6B3-18ADD3D84CCF}"/>
              </a:ext>
            </a:extLst>
          </p:cNvPr>
          <p:cNvSpPr>
            <a:spLocks noGrp="1"/>
          </p:cNvSpPr>
          <p:nvPr>
            <p:ph type="ftr" sz="quarter" idx="11"/>
          </p:nvPr>
        </p:nvSpPr>
        <p:spPr/>
        <p:txBody>
          <a:bodyPr/>
          <a:lstStyle/>
          <a:p>
            <a:endParaRPr lang="en-JP"/>
          </a:p>
        </p:txBody>
      </p:sp>
      <p:sp>
        <p:nvSpPr>
          <p:cNvPr id="7" name="スライド番号プレースホルダー 6">
            <a:extLst>
              <a:ext uri="{FF2B5EF4-FFF2-40B4-BE49-F238E27FC236}">
                <a16:creationId xmlns:a16="http://schemas.microsoft.com/office/drawing/2014/main" id="{66C2489E-272F-3A55-084A-8D9E3C47D255}"/>
              </a:ext>
            </a:extLst>
          </p:cNvPr>
          <p:cNvSpPr>
            <a:spLocks noGrp="1"/>
          </p:cNvSpPr>
          <p:nvPr>
            <p:ph type="sldNum" sz="quarter" idx="12"/>
          </p:nvPr>
        </p:nvSpPr>
        <p:spPr/>
        <p:txBody>
          <a:bodyPr/>
          <a:lstStyle/>
          <a:p>
            <a:fld id="{ACA362A1-787E-2148-99F8-CF31CF5AC487}" type="slidenum">
              <a:rPr lang="en-JP" smtClean="0"/>
              <a:t>‹#›</a:t>
            </a:fld>
            <a:endParaRPr lang="en-JP"/>
          </a:p>
        </p:txBody>
      </p:sp>
    </p:spTree>
    <p:extLst>
      <p:ext uri="{BB962C8B-B14F-4D97-AF65-F5344CB8AC3E}">
        <p14:creationId xmlns:p14="http://schemas.microsoft.com/office/powerpoint/2010/main" val="382948070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89040D0-1BE0-4013-1632-2D5256A447FB}"/>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149FA83F-3F1A-BC10-DDB0-28793AD2C5EB}"/>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67FB878B-2CBD-26E6-8E9D-7B27252F0CC9}"/>
              </a:ext>
            </a:extLst>
          </p:cNvPr>
          <p:cNvSpPr>
            <a:spLocks noGrp="1"/>
          </p:cNvSpPr>
          <p:nvPr>
            <p:ph type="dt" sz="half" idx="10"/>
          </p:nvPr>
        </p:nvSpPr>
        <p:spPr/>
        <p:txBody>
          <a:bodyPr/>
          <a:lstStyle/>
          <a:p>
            <a:fld id="{E1716868-4E8C-4E9E-B32E-86466688C38E}" type="datetime1">
              <a:rPr lang="LID4096" altLang="ja-JP" smtClean="0"/>
              <a:t>12/2/25</a:t>
            </a:fld>
            <a:endParaRPr lang="en-JP"/>
          </a:p>
        </p:txBody>
      </p:sp>
      <p:sp>
        <p:nvSpPr>
          <p:cNvPr id="5" name="フッター プレースホルダー 4">
            <a:extLst>
              <a:ext uri="{FF2B5EF4-FFF2-40B4-BE49-F238E27FC236}">
                <a16:creationId xmlns:a16="http://schemas.microsoft.com/office/drawing/2014/main" id="{F8BF4A35-4A4A-285F-1A13-048966821283}"/>
              </a:ext>
            </a:extLst>
          </p:cNvPr>
          <p:cNvSpPr>
            <a:spLocks noGrp="1"/>
          </p:cNvSpPr>
          <p:nvPr>
            <p:ph type="ftr" sz="quarter" idx="11"/>
          </p:nvPr>
        </p:nvSpPr>
        <p:spPr/>
        <p:txBody>
          <a:bodyPr/>
          <a:lstStyle/>
          <a:p>
            <a:endParaRPr lang="en-JP"/>
          </a:p>
        </p:txBody>
      </p:sp>
      <p:sp>
        <p:nvSpPr>
          <p:cNvPr id="6" name="スライド番号プレースホルダー 5">
            <a:extLst>
              <a:ext uri="{FF2B5EF4-FFF2-40B4-BE49-F238E27FC236}">
                <a16:creationId xmlns:a16="http://schemas.microsoft.com/office/drawing/2014/main" id="{ED3A7FA2-EE78-DB17-8FB2-B0CD7C1BDE01}"/>
              </a:ext>
            </a:extLst>
          </p:cNvPr>
          <p:cNvSpPr>
            <a:spLocks noGrp="1"/>
          </p:cNvSpPr>
          <p:nvPr>
            <p:ph type="sldNum" sz="quarter" idx="12"/>
          </p:nvPr>
        </p:nvSpPr>
        <p:spPr/>
        <p:txBody>
          <a:bodyPr/>
          <a:lstStyle/>
          <a:p>
            <a:fld id="{ACA362A1-787E-2148-99F8-CF31CF5AC487}" type="slidenum">
              <a:rPr lang="en-JP" smtClean="0"/>
              <a:t>‹#›</a:t>
            </a:fld>
            <a:endParaRPr lang="en-JP"/>
          </a:p>
        </p:txBody>
      </p:sp>
    </p:spTree>
    <p:extLst>
      <p:ext uri="{BB962C8B-B14F-4D97-AF65-F5344CB8AC3E}">
        <p14:creationId xmlns:p14="http://schemas.microsoft.com/office/powerpoint/2010/main" val="365959055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611FCCFB-8BEE-E0BB-0380-637AA5F22CAA}"/>
              </a:ext>
            </a:extLst>
          </p:cNvPr>
          <p:cNvSpPr>
            <a:spLocks noGrp="1"/>
          </p:cNvSpPr>
          <p:nvPr>
            <p:ph type="title" orient="vert"/>
          </p:nvPr>
        </p:nvSpPr>
        <p:spPr>
          <a:xfrm>
            <a:off x="21665699" y="2278904"/>
            <a:ext cx="6528093" cy="36274211"/>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2941511C-9031-4025-CFBA-BA9E65F1F3D9}"/>
              </a:ext>
            </a:extLst>
          </p:cNvPr>
          <p:cNvSpPr>
            <a:spLocks noGrp="1"/>
          </p:cNvSpPr>
          <p:nvPr>
            <p:ph type="body" orient="vert" idx="1"/>
          </p:nvPr>
        </p:nvSpPr>
        <p:spPr>
          <a:xfrm>
            <a:off x="2081421" y="2278904"/>
            <a:ext cx="19205838" cy="36274211"/>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0EBA36F5-3740-30BB-71BD-4D6276D3B3B0}"/>
              </a:ext>
            </a:extLst>
          </p:cNvPr>
          <p:cNvSpPr>
            <a:spLocks noGrp="1"/>
          </p:cNvSpPr>
          <p:nvPr>
            <p:ph type="dt" sz="half" idx="10"/>
          </p:nvPr>
        </p:nvSpPr>
        <p:spPr/>
        <p:txBody>
          <a:bodyPr/>
          <a:lstStyle/>
          <a:p>
            <a:fld id="{02619D8D-BF18-40AE-BFF4-DB66FCFC9271}" type="datetime1">
              <a:rPr lang="LID4096" altLang="ja-JP" smtClean="0"/>
              <a:t>12/2/25</a:t>
            </a:fld>
            <a:endParaRPr lang="en-JP"/>
          </a:p>
        </p:txBody>
      </p:sp>
      <p:sp>
        <p:nvSpPr>
          <p:cNvPr id="5" name="フッター プレースホルダー 4">
            <a:extLst>
              <a:ext uri="{FF2B5EF4-FFF2-40B4-BE49-F238E27FC236}">
                <a16:creationId xmlns:a16="http://schemas.microsoft.com/office/drawing/2014/main" id="{FABB1005-5A7C-8CC7-52A8-34C7D4220F80}"/>
              </a:ext>
            </a:extLst>
          </p:cNvPr>
          <p:cNvSpPr>
            <a:spLocks noGrp="1"/>
          </p:cNvSpPr>
          <p:nvPr>
            <p:ph type="ftr" sz="quarter" idx="11"/>
          </p:nvPr>
        </p:nvSpPr>
        <p:spPr/>
        <p:txBody>
          <a:bodyPr/>
          <a:lstStyle/>
          <a:p>
            <a:endParaRPr lang="en-JP"/>
          </a:p>
        </p:txBody>
      </p:sp>
      <p:sp>
        <p:nvSpPr>
          <p:cNvPr id="6" name="スライド番号プレースホルダー 5">
            <a:extLst>
              <a:ext uri="{FF2B5EF4-FFF2-40B4-BE49-F238E27FC236}">
                <a16:creationId xmlns:a16="http://schemas.microsoft.com/office/drawing/2014/main" id="{726842DC-9B29-68C3-5A39-4C60259923C5}"/>
              </a:ext>
            </a:extLst>
          </p:cNvPr>
          <p:cNvSpPr>
            <a:spLocks noGrp="1"/>
          </p:cNvSpPr>
          <p:nvPr>
            <p:ph type="sldNum" sz="quarter" idx="12"/>
          </p:nvPr>
        </p:nvSpPr>
        <p:spPr/>
        <p:txBody>
          <a:bodyPr/>
          <a:lstStyle/>
          <a:p>
            <a:fld id="{ACA362A1-787E-2148-99F8-CF31CF5AC487}" type="slidenum">
              <a:rPr lang="en-JP" smtClean="0"/>
              <a:t>‹#›</a:t>
            </a:fld>
            <a:endParaRPr lang="en-JP"/>
          </a:p>
        </p:txBody>
      </p:sp>
    </p:spTree>
    <p:extLst>
      <p:ext uri="{BB962C8B-B14F-4D97-AF65-F5344CB8AC3E}">
        <p14:creationId xmlns:p14="http://schemas.microsoft.com/office/powerpoint/2010/main" val="5388067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65ECECF5-3310-F538-5C12-9BDA1C3C8B18}"/>
              </a:ext>
            </a:extLst>
          </p:cNvPr>
          <p:cNvSpPr>
            <a:spLocks noGrp="1"/>
          </p:cNvSpPr>
          <p:nvPr>
            <p:ph type="title"/>
          </p:nvPr>
        </p:nvSpPr>
        <p:spPr>
          <a:xfrm>
            <a:off x="2081421" y="2278907"/>
            <a:ext cx="26112371" cy="8273416"/>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FBCC539E-2A49-BD8F-515F-04EA8DBE0EE9}"/>
              </a:ext>
            </a:extLst>
          </p:cNvPr>
          <p:cNvSpPr>
            <a:spLocks noGrp="1"/>
          </p:cNvSpPr>
          <p:nvPr>
            <p:ph type="body" idx="1"/>
          </p:nvPr>
        </p:nvSpPr>
        <p:spPr>
          <a:xfrm>
            <a:off x="2081421" y="11394520"/>
            <a:ext cx="26112371" cy="27158594"/>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8904B298-C42A-959C-A700-BB16E26488CD}"/>
              </a:ext>
            </a:extLst>
          </p:cNvPr>
          <p:cNvSpPr>
            <a:spLocks noGrp="1"/>
          </p:cNvSpPr>
          <p:nvPr>
            <p:ph type="dt" sz="half" idx="2"/>
          </p:nvPr>
        </p:nvSpPr>
        <p:spPr>
          <a:xfrm>
            <a:off x="2081421" y="39672750"/>
            <a:ext cx="6811923" cy="2278904"/>
          </a:xfrm>
          <a:prstGeom prst="rect">
            <a:avLst/>
          </a:prstGeom>
        </p:spPr>
        <p:txBody>
          <a:bodyPr vert="horz" lIns="91440" tIns="45720" rIns="91440" bIns="45720" rtlCol="0" anchor="ctr"/>
          <a:lstStyle>
            <a:lvl1pPr algn="l">
              <a:defRPr sz="2980">
                <a:solidFill>
                  <a:schemeClr val="tx1">
                    <a:tint val="82000"/>
                  </a:schemeClr>
                </a:solidFill>
              </a:defRPr>
            </a:lvl1pPr>
          </a:lstStyle>
          <a:p>
            <a:fld id="{1B4F68B4-EECE-4B65-B2C5-259CAB63F02A}" type="datetime1">
              <a:rPr lang="LID4096" altLang="ja-JP" smtClean="0"/>
              <a:t>12/2/25</a:t>
            </a:fld>
            <a:endParaRPr lang="en-JP"/>
          </a:p>
        </p:txBody>
      </p:sp>
      <p:sp>
        <p:nvSpPr>
          <p:cNvPr id="5" name="フッター プレースホルダー 4">
            <a:extLst>
              <a:ext uri="{FF2B5EF4-FFF2-40B4-BE49-F238E27FC236}">
                <a16:creationId xmlns:a16="http://schemas.microsoft.com/office/drawing/2014/main" id="{C8C28AD9-9251-5038-E7E7-59234740FC32}"/>
              </a:ext>
            </a:extLst>
          </p:cNvPr>
          <p:cNvSpPr>
            <a:spLocks noGrp="1"/>
          </p:cNvSpPr>
          <p:nvPr>
            <p:ph type="ftr" sz="quarter" idx="3"/>
          </p:nvPr>
        </p:nvSpPr>
        <p:spPr>
          <a:xfrm>
            <a:off x="10028665" y="39672750"/>
            <a:ext cx="10217884" cy="2278904"/>
          </a:xfrm>
          <a:prstGeom prst="rect">
            <a:avLst/>
          </a:prstGeom>
        </p:spPr>
        <p:txBody>
          <a:bodyPr vert="horz" lIns="91440" tIns="45720" rIns="91440" bIns="45720" rtlCol="0" anchor="ctr"/>
          <a:lstStyle>
            <a:lvl1pPr algn="ctr">
              <a:defRPr sz="2980">
                <a:solidFill>
                  <a:schemeClr val="tx1">
                    <a:tint val="82000"/>
                  </a:schemeClr>
                </a:solidFill>
              </a:defRPr>
            </a:lvl1pPr>
          </a:lstStyle>
          <a:p>
            <a:endParaRPr lang="en-JP"/>
          </a:p>
        </p:txBody>
      </p:sp>
      <p:sp>
        <p:nvSpPr>
          <p:cNvPr id="6" name="スライド番号プレースホルダー 5">
            <a:extLst>
              <a:ext uri="{FF2B5EF4-FFF2-40B4-BE49-F238E27FC236}">
                <a16:creationId xmlns:a16="http://schemas.microsoft.com/office/drawing/2014/main" id="{9DEA4FDD-3782-E177-EE0E-22C891F7353D}"/>
              </a:ext>
            </a:extLst>
          </p:cNvPr>
          <p:cNvSpPr>
            <a:spLocks noGrp="1"/>
          </p:cNvSpPr>
          <p:nvPr>
            <p:ph type="sldNum" sz="quarter" idx="4"/>
          </p:nvPr>
        </p:nvSpPr>
        <p:spPr>
          <a:xfrm>
            <a:off x="21381869" y="39672750"/>
            <a:ext cx="6811923" cy="2278904"/>
          </a:xfrm>
          <a:prstGeom prst="rect">
            <a:avLst/>
          </a:prstGeom>
        </p:spPr>
        <p:txBody>
          <a:bodyPr vert="horz" lIns="91440" tIns="45720" rIns="91440" bIns="45720" rtlCol="0" anchor="ctr"/>
          <a:lstStyle>
            <a:lvl1pPr algn="r">
              <a:defRPr sz="2980">
                <a:solidFill>
                  <a:schemeClr val="tx1">
                    <a:tint val="82000"/>
                  </a:schemeClr>
                </a:solidFill>
              </a:defRPr>
            </a:lvl1pPr>
          </a:lstStyle>
          <a:p>
            <a:fld id="{ACA362A1-787E-2148-99F8-CF31CF5AC487}" type="slidenum">
              <a:rPr lang="en-JP" smtClean="0"/>
              <a:t>‹#›</a:t>
            </a:fld>
            <a:endParaRPr lang="en-JP"/>
          </a:p>
        </p:txBody>
      </p:sp>
    </p:spTree>
    <p:extLst>
      <p:ext uri="{BB962C8B-B14F-4D97-AF65-F5344CB8AC3E}">
        <p14:creationId xmlns:p14="http://schemas.microsoft.com/office/powerpoint/2010/main" val="1061022210"/>
      </p:ext>
    </p:extLst>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hf sldNum="0" hdr="0" ftr="0" dt="0"/>
  <p:txStyles>
    <p:titleStyle>
      <a:lvl1pPr algn="l" defTabSz="2270638" rtl="0" eaLnBrk="1" latinLnBrk="0" hangingPunct="1">
        <a:lnSpc>
          <a:spcPct val="90000"/>
        </a:lnSpc>
        <a:spcBef>
          <a:spcPct val="0"/>
        </a:spcBef>
        <a:buNone/>
        <a:defRPr kumimoji="1" sz="10926" kern="1200">
          <a:solidFill>
            <a:schemeClr val="tx1"/>
          </a:solidFill>
          <a:latin typeface="+mj-lt"/>
          <a:ea typeface="+mj-ea"/>
          <a:cs typeface="+mj-cs"/>
        </a:defRPr>
      </a:lvl1pPr>
    </p:titleStyle>
    <p:bodyStyle>
      <a:lvl1pPr marL="567660" indent="-567660" algn="l" defTabSz="2270638" rtl="0" eaLnBrk="1" latinLnBrk="0" hangingPunct="1">
        <a:lnSpc>
          <a:spcPct val="90000"/>
        </a:lnSpc>
        <a:spcBef>
          <a:spcPts val="2483"/>
        </a:spcBef>
        <a:buFont typeface="Arial" panose="020B0604020202020204" pitchFamily="34" charset="0"/>
        <a:buChar char="•"/>
        <a:defRPr kumimoji="1" sz="6953" kern="1200">
          <a:solidFill>
            <a:schemeClr val="tx1"/>
          </a:solidFill>
          <a:latin typeface="+mn-lt"/>
          <a:ea typeface="+mn-ea"/>
          <a:cs typeface="+mn-cs"/>
        </a:defRPr>
      </a:lvl1pPr>
      <a:lvl2pPr marL="1702979" indent="-567660" algn="l" defTabSz="2270638" rtl="0" eaLnBrk="1" latinLnBrk="0" hangingPunct="1">
        <a:lnSpc>
          <a:spcPct val="90000"/>
        </a:lnSpc>
        <a:spcBef>
          <a:spcPts val="1242"/>
        </a:spcBef>
        <a:buFont typeface="Arial" panose="020B0604020202020204" pitchFamily="34" charset="0"/>
        <a:buChar char="•"/>
        <a:defRPr kumimoji="1" sz="5960" kern="1200">
          <a:solidFill>
            <a:schemeClr val="tx1"/>
          </a:solidFill>
          <a:latin typeface="+mn-lt"/>
          <a:ea typeface="+mn-ea"/>
          <a:cs typeface="+mn-cs"/>
        </a:defRPr>
      </a:lvl2pPr>
      <a:lvl3pPr marL="2838298" indent="-567660" algn="l" defTabSz="2270638" rtl="0" eaLnBrk="1" latinLnBrk="0" hangingPunct="1">
        <a:lnSpc>
          <a:spcPct val="90000"/>
        </a:lnSpc>
        <a:spcBef>
          <a:spcPts val="1242"/>
        </a:spcBef>
        <a:buFont typeface="Arial" panose="020B0604020202020204" pitchFamily="34" charset="0"/>
        <a:buChar char="•"/>
        <a:defRPr kumimoji="1" sz="4966" kern="1200">
          <a:solidFill>
            <a:schemeClr val="tx1"/>
          </a:solidFill>
          <a:latin typeface="+mn-lt"/>
          <a:ea typeface="+mn-ea"/>
          <a:cs typeface="+mn-cs"/>
        </a:defRPr>
      </a:lvl3pPr>
      <a:lvl4pPr marL="3973617" indent="-567660" algn="l" defTabSz="2270638" rtl="0" eaLnBrk="1" latinLnBrk="0" hangingPunct="1">
        <a:lnSpc>
          <a:spcPct val="90000"/>
        </a:lnSpc>
        <a:spcBef>
          <a:spcPts val="1242"/>
        </a:spcBef>
        <a:buFont typeface="Arial" panose="020B0604020202020204" pitchFamily="34" charset="0"/>
        <a:buChar char="•"/>
        <a:defRPr kumimoji="1" sz="4470" kern="1200">
          <a:solidFill>
            <a:schemeClr val="tx1"/>
          </a:solidFill>
          <a:latin typeface="+mn-lt"/>
          <a:ea typeface="+mn-ea"/>
          <a:cs typeface="+mn-cs"/>
        </a:defRPr>
      </a:lvl4pPr>
      <a:lvl5pPr marL="5108936" indent="-567660" algn="l" defTabSz="2270638" rtl="0" eaLnBrk="1" latinLnBrk="0" hangingPunct="1">
        <a:lnSpc>
          <a:spcPct val="90000"/>
        </a:lnSpc>
        <a:spcBef>
          <a:spcPts val="1242"/>
        </a:spcBef>
        <a:buFont typeface="Arial" panose="020B0604020202020204" pitchFamily="34" charset="0"/>
        <a:buChar char="•"/>
        <a:defRPr kumimoji="1" sz="4470" kern="1200">
          <a:solidFill>
            <a:schemeClr val="tx1"/>
          </a:solidFill>
          <a:latin typeface="+mn-lt"/>
          <a:ea typeface="+mn-ea"/>
          <a:cs typeface="+mn-cs"/>
        </a:defRPr>
      </a:lvl5pPr>
      <a:lvl6pPr marL="6244255" indent="-567660" algn="l" defTabSz="2270638" rtl="0" eaLnBrk="1" latinLnBrk="0" hangingPunct="1">
        <a:lnSpc>
          <a:spcPct val="90000"/>
        </a:lnSpc>
        <a:spcBef>
          <a:spcPts val="1242"/>
        </a:spcBef>
        <a:buFont typeface="Arial" panose="020B0604020202020204" pitchFamily="34" charset="0"/>
        <a:buChar char="•"/>
        <a:defRPr kumimoji="1" sz="4470" kern="1200">
          <a:solidFill>
            <a:schemeClr val="tx1"/>
          </a:solidFill>
          <a:latin typeface="+mn-lt"/>
          <a:ea typeface="+mn-ea"/>
          <a:cs typeface="+mn-cs"/>
        </a:defRPr>
      </a:lvl6pPr>
      <a:lvl7pPr marL="7379574" indent="-567660" algn="l" defTabSz="2270638" rtl="0" eaLnBrk="1" latinLnBrk="0" hangingPunct="1">
        <a:lnSpc>
          <a:spcPct val="90000"/>
        </a:lnSpc>
        <a:spcBef>
          <a:spcPts val="1242"/>
        </a:spcBef>
        <a:buFont typeface="Arial" panose="020B0604020202020204" pitchFamily="34" charset="0"/>
        <a:buChar char="•"/>
        <a:defRPr kumimoji="1" sz="4470" kern="1200">
          <a:solidFill>
            <a:schemeClr val="tx1"/>
          </a:solidFill>
          <a:latin typeface="+mn-lt"/>
          <a:ea typeface="+mn-ea"/>
          <a:cs typeface="+mn-cs"/>
        </a:defRPr>
      </a:lvl7pPr>
      <a:lvl8pPr marL="8514893" indent="-567660" algn="l" defTabSz="2270638" rtl="0" eaLnBrk="1" latinLnBrk="0" hangingPunct="1">
        <a:lnSpc>
          <a:spcPct val="90000"/>
        </a:lnSpc>
        <a:spcBef>
          <a:spcPts val="1242"/>
        </a:spcBef>
        <a:buFont typeface="Arial" panose="020B0604020202020204" pitchFamily="34" charset="0"/>
        <a:buChar char="•"/>
        <a:defRPr kumimoji="1" sz="4470" kern="1200">
          <a:solidFill>
            <a:schemeClr val="tx1"/>
          </a:solidFill>
          <a:latin typeface="+mn-lt"/>
          <a:ea typeface="+mn-ea"/>
          <a:cs typeface="+mn-cs"/>
        </a:defRPr>
      </a:lvl8pPr>
      <a:lvl9pPr marL="9650212" indent="-567660" algn="l" defTabSz="2270638" rtl="0" eaLnBrk="1" latinLnBrk="0" hangingPunct="1">
        <a:lnSpc>
          <a:spcPct val="90000"/>
        </a:lnSpc>
        <a:spcBef>
          <a:spcPts val="1242"/>
        </a:spcBef>
        <a:buFont typeface="Arial" panose="020B0604020202020204" pitchFamily="34" charset="0"/>
        <a:buChar char="•"/>
        <a:defRPr kumimoji="1" sz="4470" kern="1200">
          <a:solidFill>
            <a:schemeClr val="tx1"/>
          </a:solidFill>
          <a:latin typeface="+mn-lt"/>
          <a:ea typeface="+mn-ea"/>
          <a:cs typeface="+mn-cs"/>
        </a:defRPr>
      </a:lvl9pPr>
    </p:bodyStyle>
    <p:otherStyle>
      <a:defPPr>
        <a:defRPr lang="ja-JP"/>
      </a:defPPr>
      <a:lvl1pPr marL="0" algn="l" defTabSz="2270638" rtl="0" eaLnBrk="1" latinLnBrk="0" hangingPunct="1">
        <a:defRPr kumimoji="1" sz="4470" kern="1200">
          <a:solidFill>
            <a:schemeClr val="tx1"/>
          </a:solidFill>
          <a:latin typeface="+mn-lt"/>
          <a:ea typeface="+mn-ea"/>
          <a:cs typeface="+mn-cs"/>
        </a:defRPr>
      </a:lvl1pPr>
      <a:lvl2pPr marL="1135319" algn="l" defTabSz="2270638" rtl="0" eaLnBrk="1" latinLnBrk="0" hangingPunct="1">
        <a:defRPr kumimoji="1" sz="4470" kern="1200">
          <a:solidFill>
            <a:schemeClr val="tx1"/>
          </a:solidFill>
          <a:latin typeface="+mn-lt"/>
          <a:ea typeface="+mn-ea"/>
          <a:cs typeface="+mn-cs"/>
        </a:defRPr>
      </a:lvl2pPr>
      <a:lvl3pPr marL="2270638" algn="l" defTabSz="2270638" rtl="0" eaLnBrk="1" latinLnBrk="0" hangingPunct="1">
        <a:defRPr kumimoji="1" sz="4470" kern="1200">
          <a:solidFill>
            <a:schemeClr val="tx1"/>
          </a:solidFill>
          <a:latin typeface="+mn-lt"/>
          <a:ea typeface="+mn-ea"/>
          <a:cs typeface="+mn-cs"/>
        </a:defRPr>
      </a:lvl3pPr>
      <a:lvl4pPr marL="3405957" algn="l" defTabSz="2270638" rtl="0" eaLnBrk="1" latinLnBrk="0" hangingPunct="1">
        <a:defRPr kumimoji="1" sz="4470" kern="1200">
          <a:solidFill>
            <a:schemeClr val="tx1"/>
          </a:solidFill>
          <a:latin typeface="+mn-lt"/>
          <a:ea typeface="+mn-ea"/>
          <a:cs typeface="+mn-cs"/>
        </a:defRPr>
      </a:lvl4pPr>
      <a:lvl5pPr marL="4541276" algn="l" defTabSz="2270638" rtl="0" eaLnBrk="1" latinLnBrk="0" hangingPunct="1">
        <a:defRPr kumimoji="1" sz="4470" kern="1200">
          <a:solidFill>
            <a:schemeClr val="tx1"/>
          </a:solidFill>
          <a:latin typeface="+mn-lt"/>
          <a:ea typeface="+mn-ea"/>
          <a:cs typeface="+mn-cs"/>
        </a:defRPr>
      </a:lvl5pPr>
      <a:lvl6pPr marL="5676595" algn="l" defTabSz="2270638" rtl="0" eaLnBrk="1" latinLnBrk="0" hangingPunct="1">
        <a:defRPr kumimoji="1" sz="4470" kern="1200">
          <a:solidFill>
            <a:schemeClr val="tx1"/>
          </a:solidFill>
          <a:latin typeface="+mn-lt"/>
          <a:ea typeface="+mn-ea"/>
          <a:cs typeface="+mn-cs"/>
        </a:defRPr>
      </a:lvl6pPr>
      <a:lvl7pPr marL="6811914" algn="l" defTabSz="2270638" rtl="0" eaLnBrk="1" latinLnBrk="0" hangingPunct="1">
        <a:defRPr kumimoji="1" sz="4470" kern="1200">
          <a:solidFill>
            <a:schemeClr val="tx1"/>
          </a:solidFill>
          <a:latin typeface="+mn-lt"/>
          <a:ea typeface="+mn-ea"/>
          <a:cs typeface="+mn-cs"/>
        </a:defRPr>
      </a:lvl7pPr>
      <a:lvl8pPr marL="7947233" algn="l" defTabSz="2270638" rtl="0" eaLnBrk="1" latinLnBrk="0" hangingPunct="1">
        <a:defRPr kumimoji="1" sz="4470" kern="1200">
          <a:solidFill>
            <a:schemeClr val="tx1"/>
          </a:solidFill>
          <a:latin typeface="+mn-lt"/>
          <a:ea typeface="+mn-ea"/>
          <a:cs typeface="+mn-cs"/>
        </a:defRPr>
      </a:lvl8pPr>
      <a:lvl9pPr marL="9082552" algn="l" defTabSz="2270638" rtl="0" eaLnBrk="1" latinLnBrk="0" hangingPunct="1">
        <a:defRPr kumimoji="1" sz="447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8" Type="http://schemas.openxmlformats.org/officeDocument/2006/relationships/image" Target="../media/image22.png"/><Relationship Id="rId26" Type="http://schemas.openxmlformats.org/officeDocument/2006/relationships/image" Target="../media/image14.png"/><Relationship Id="rId39" Type="http://schemas.openxmlformats.org/officeDocument/2006/relationships/image" Target="../media/image28.png"/><Relationship Id="rId21" Type="http://schemas.openxmlformats.org/officeDocument/2006/relationships/image" Target="../media/image9.png"/><Relationship Id="rId34" Type="http://schemas.openxmlformats.org/officeDocument/2006/relationships/image" Target="../media/image23.png"/><Relationship Id="rId42" Type="http://schemas.openxmlformats.org/officeDocument/2006/relationships/image" Target="../media/image31.png"/><Relationship Id="rId47" Type="http://schemas.openxmlformats.org/officeDocument/2006/relationships/image" Target="../media/image36.emf"/><Relationship Id="rId50" Type="http://schemas.openxmlformats.org/officeDocument/2006/relationships/image" Target="../media/image39.png"/><Relationship Id="rId55" Type="http://schemas.openxmlformats.org/officeDocument/2006/relationships/image" Target="../media/image44.png"/><Relationship Id="rId7" Type="http://schemas.openxmlformats.org/officeDocument/2006/relationships/image" Target="../media/image5.png"/><Relationship Id="rId2" Type="http://schemas.openxmlformats.org/officeDocument/2006/relationships/notesSlide" Target="../notesSlides/notesSlide1.xml"/><Relationship Id="rId29" Type="http://schemas.openxmlformats.org/officeDocument/2006/relationships/image" Target="../media/image17.png"/><Relationship Id="rId1" Type="http://schemas.openxmlformats.org/officeDocument/2006/relationships/slideLayout" Target="../slideLayouts/slideLayout2.xml"/><Relationship Id="rId6" Type="http://schemas.openxmlformats.org/officeDocument/2006/relationships/image" Target="../media/image4.png"/><Relationship Id="rId24" Type="http://schemas.openxmlformats.org/officeDocument/2006/relationships/image" Target="../media/image12.png"/><Relationship Id="rId32" Type="http://schemas.openxmlformats.org/officeDocument/2006/relationships/image" Target="../media/image20.png"/><Relationship Id="rId37" Type="http://schemas.openxmlformats.org/officeDocument/2006/relationships/image" Target="../media/image26.png"/><Relationship Id="rId40" Type="http://schemas.openxmlformats.org/officeDocument/2006/relationships/image" Target="../media/image29.png"/><Relationship Id="rId45" Type="http://schemas.openxmlformats.org/officeDocument/2006/relationships/image" Target="../media/image34.png"/><Relationship Id="rId53" Type="http://schemas.openxmlformats.org/officeDocument/2006/relationships/image" Target="../media/image42.png"/><Relationship Id="rId5" Type="http://schemas.openxmlformats.org/officeDocument/2006/relationships/image" Target="../media/image3.png"/><Relationship Id="rId23" Type="http://schemas.openxmlformats.org/officeDocument/2006/relationships/image" Target="../media/image11.png"/><Relationship Id="rId28" Type="http://schemas.openxmlformats.org/officeDocument/2006/relationships/image" Target="../media/image16.png"/><Relationship Id="rId36" Type="http://schemas.openxmlformats.org/officeDocument/2006/relationships/image" Target="../media/image25.png"/><Relationship Id="rId49" Type="http://schemas.openxmlformats.org/officeDocument/2006/relationships/image" Target="../media/image38.emf"/><Relationship Id="rId57" Type="http://schemas.openxmlformats.org/officeDocument/2006/relationships/image" Target="../media/image46.png"/><Relationship Id="rId19" Type="http://schemas.openxmlformats.org/officeDocument/2006/relationships/image" Target="../media/image7.png"/><Relationship Id="rId31" Type="http://schemas.openxmlformats.org/officeDocument/2006/relationships/image" Target="../media/image19.png"/><Relationship Id="rId44" Type="http://schemas.openxmlformats.org/officeDocument/2006/relationships/image" Target="../media/image33.png"/><Relationship Id="rId52" Type="http://schemas.openxmlformats.org/officeDocument/2006/relationships/image" Target="../media/image41.png"/><Relationship Id="rId4" Type="http://schemas.openxmlformats.org/officeDocument/2006/relationships/image" Target="../media/image2.png"/><Relationship Id="rId22" Type="http://schemas.openxmlformats.org/officeDocument/2006/relationships/image" Target="../media/image10.png"/><Relationship Id="rId27" Type="http://schemas.openxmlformats.org/officeDocument/2006/relationships/image" Target="../media/image15.png"/><Relationship Id="rId30" Type="http://schemas.openxmlformats.org/officeDocument/2006/relationships/image" Target="../media/image18.png"/><Relationship Id="rId35" Type="http://schemas.openxmlformats.org/officeDocument/2006/relationships/image" Target="../media/image24.png"/><Relationship Id="rId43" Type="http://schemas.openxmlformats.org/officeDocument/2006/relationships/image" Target="../media/image32.png"/><Relationship Id="rId48" Type="http://schemas.openxmlformats.org/officeDocument/2006/relationships/image" Target="../media/image37.emf"/><Relationship Id="rId56" Type="http://schemas.openxmlformats.org/officeDocument/2006/relationships/image" Target="../media/image45.png"/><Relationship Id="rId8" Type="http://schemas.openxmlformats.org/officeDocument/2006/relationships/image" Target="../media/image6.png"/><Relationship Id="rId51" Type="http://schemas.openxmlformats.org/officeDocument/2006/relationships/image" Target="../media/image40.png"/><Relationship Id="rId3" Type="http://schemas.openxmlformats.org/officeDocument/2006/relationships/image" Target="../media/image1.png"/><Relationship Id="rId25" Type="http://schemas.openxmlformats.org/officeDocument/2006/relationships/image" Target="../media/image13.png"/><Relationship Id="rId33" Type="http://schemas.openxmlformats.org/officeDocument/2006/relationships/image" Target="../media/image21.png"/><Relationship Id="rId38" Type="http://schemas.openxmlformats.org/officeDocument/2006/relationships/image" Target="../media/image27.png"/><Relationship Id="rId46" Type="http://schemas.openxmlformats.org/officeDocument/2006/relationships/image" Target="../media/image35.emf"/><Relationship Id="rId20" Type="http://schemas.openxmlformats.org/officeDocument/2006/relationships/image" Target="../media/image8.png"/><Relationship Id="rId41" Type="http://schemas.openxmlformats.org/officeDocument/2006/relationships/image" Target="../media/image30.png"/><Relationship Id="rId54" Type="http://schemas.openxmlformats.org/officeDocument/2006/relationships/image" Target="../media/image43.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grpSp>
        <p:nvGrpSpPr>
          <p:cNvPr id="12" name="グループ化 11">
            <a:extLst>
              <a:ext uri="{FF2B5EF4-FFF2-40B4-BE49-F238E27FC236}">
                <a16:creationId xmlns:a16="http://schemas.microsoft.com/office/drawing/2014/main" id="{EC49079A-525A-7E17-0F95-5DF8120AFF90}"/>
              </a:ext>
            </a:extLst>
          </p:cNvPr>
          <p:cNvGrpSpPr/>
          <p:nvPr/>
        </p:nvGrpSpPr>
        <p:grpSpPr>
          <a:xfrm>
            <a:off x="494350" y="598121"/>
            <a:ext cx="29340000" cy="2700000"/>
            <a:chOff x="438527" y="1219264"/>
            <a:chExt cx="29340000" cy="2700000"/>
          </a:xfrm>
          <a:solidFill>
            <a:schemeClr val="bg1"/>
          </a:solidFill>
        </p:grpSpPr>
        <p:sp>
          <p:nvSpPr>
            <p:cNvPr id="14" name="正方形/長方形 13">
              <a:extLst>
                <a:ext uri="{FF2B5EF4-FFF2-40B4-BE49-F238E27FC236}">
                  <a16:creationId xmlns:a16="http://schemas.microsoft.com/office/drawing/2014/main" id="{863602BB-5A0C-1842-50B6-9B7D670AC766}"/>
                </a:ext>
              </a:extLst>
            </p:cNvPr>
            <p:cNvSpPr/>
            <p:nvPr/>
          </p:nvSpPr>
          <p:spPr>
            <a:xfrm>
              <a:off x="438527" y="1219264"/>
              <a:ext cx="29340000" cy="2700000"/>
            </a:xfrm>
            <a:prstGeom prst="rect">
              <a:avLst/>
            </a:prstGeom>
            <a:grpFill/>
            <a:ln w="762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solidFill>
              </a:endParaRPr>
            </a:p>
          </p:txBody>
        </p:sp>
        <p:sp>
          <p:nvSpPr>
            <p:cNvPr id="15" name="テキスト ボックス 14">
              <a:extLst>
                <a:ext uri="{FF2B5EF4-FFF2-40B4-BE49-F238E27FC236}">
                  <a16:creationId xmlns:a16="http://schemas.microsoft.com/office/drawing/2014/main" id="{9DC0B4C4-845C-F5B3-9893-B00FC469A730}"/>
                </a:ext>
              </a:extLst>
            </p:cNvPr>
            <p:cNvSpPr txBox="1"/>
            <p:nvPr/>
          </p:nvSpPr>
          <p:spPr>
            <a:xfrm>
              <a:off x="2280743" y="1460305"/>
              <a:ext cx="26134505" cy="923330"/>
            </a:xfrm>
            <a:prstGeom prst="rect">
              <a:avLst/>
            </a:prstGeom>
            <a:grpFill/>
          </p:spPr>
          <p:txBody>
            <a:bodyPr wrap="square" rtlCol="0">
              <a:spAutoFit/>
            </a:bodyPr>
            <a:lstStyle/>
            <a:p>
              <a:r>
                <a:rPr lang="ja-JP" altLang="en-US" sz="5400" b="1" i="0" u="none" strike="noStrike" dirty="0">
                  <a:effectLst/>
                  <a:latin typeface="Roboto" panose="02000000000000000000" pitchFamily="2" charset="0"/>
                </a:rPr>
                <a:t>グルコース</a:t>
              </a:r>
              <a:r>
                <a:rPr lang="en-US" altLang="ja-JP" sz="5400" b="1" i="0" u="none" strike="noStrike" dirty="0">
                  <a:effectLst/>
                  <a:latin typeface="Roboto" panose="02000000000000000000" pitchFamily="2" charset="0"/>
                </a:rPr>
                <a:t>–</a:t>
              </a:r>
              <a:r>
                <a:rPr lang="ja-JP" altLang="en-US" sz="5400" b="1" i="0" u="none" strike="noStrike" dirty="0">
                  <a:effectLst/>
                  <a:latin typeface="Roboto" panose="02000000000000000000" pitchFamily="2" charset="0"/>
                </a:rPr>
                <a:t>インスリン動態切り換えモデルに対する状態推定</a:t>
              </a:r>
              <a:r>
                <a:rPr lang="ja-JP" altLang="en-US" sz="5400" b="1" dirty="0">
                  <a:latin typeface="Roboto" panose="02000000000000000000" pitchFamily="2" charset="0"/>
                </a:rPr>
                <a:t>器</a:t>
              </a:r>
              <a:r>
                <a:rPr lang="ja-JP" altLang="en-US" sz="5400" b="1">
                  <a:latin typeface="Roboto" panose="02000000000000000000" pitchFamily="2" charset="0"/>
                </a:rPr>
                <a:t>の構築に関する考察</a:t>
              </a:r>
              <a:endParaRPr kumimoji="1" lang="ja-JP" altLang="en-US" sz="5400" dirty="0"/>
            </a:p>
          </p:txBody>
        </p:sp>
        <p:sp>
          <p:nvSpPr>
            <p:cNvPr id="16" name="テキスト ボックス 15">
              <a:extLst>
                <a:ext uri="{FF2B5EF4-FFF2-40B4-BE49-F238E27FC236}">
                  <a16:creationId xmlns:a16="http://schemas.microsoft.com/office/drawing/2014/main" id="{F8E73365-5806-BF36-19E8-DEDD7F79AA81}"/>
                </a:ext>
              </a:extLst>
            </p:cNvPr>
            <p:cNvSpPr txBox="1"/>
            <p:nvPr/>
          </p:nvSpPr>
          <p:spPr>
            <a:xfrm>
              <a:off x="6140047" y="2445030"/>
              <a:ext cx="17995111" cy="923330"/>
            </a:xfrm>
            <a:prstGeom prst="rect">
              <a:avLst/>
            </a:prstGeom>
            <a:grpFill/>
          </p:spPr>
          <p:txBody>
            <a:bodyPr wrap="square" rtlCol="0">
              <a:spAutoFit/>
            </a:bodyPr>
            <a:lstStyle/>
            <a:p>
              <a:r>
                <a:rPr lang="en-US" altLang="ja-JP" sz="3600" dirty="0">
                  <a:latin typeface="Helvetica" pitchFamily="2" charset="0"/>
                </a:rPr>
                <a:t>On Construction of a State Estimator for a Switched Glucose-insulin Dynamics Model</a:t>
              </a:r>
            </a:p>
            <a:p>
              <a:endParaRPr kumimoji="1" lang="ja-JP" altLang="en-US" dirty="0"/>
            </a:p>
          </p:txBody>
        </p:sp>
        <p:sp>
          <p:nvSpPr>
            <p:cNvPr id="17" name="テキスト ボックス 16">
              <a:extLst>
                <a:ext uri="{FF2B5EF4-FFF2-40B4-BE49-F238E27FC236}">
                  <a16:creationId xmlns:a16="http://schemas.microsoft.com/office/drawing/2014/main" id="{8A793E4A-42BB-629D-84C8-0C092AFA8C68}"/>
                </a:ext>
              </a:extLst>
            </p:cNvPr>
            <p:cNvSpPr txBox="1"/>
            <p:nvPr/>
          </p:nvSpPr>
          <p:spPr>
            <a:xfrm>
              <a:off x="11908627" y="3075555"/>
              <a:ext cx="6457950" cy="580013"/>
            </a:xfrm>
            <a:prstGeom prst="rect">
              <a:avLst/>
            </a:prstGeom>
            <a:grpFill/>
          </p:spPr>
          <p:txBody>
            <a:bodyPr wrap="square" rtlCol="0">
              <a:spAutoFit/>
            </a:bodyPr>
            <a:lstStyle/>
            <a:p>
              <a:r>
                <a:rPr kumimoji="1" lang="ja-JP" altLang="en-US" sz="3200" b="1" dirty="0"/>
                <a:t>田辺</a:t>
              </a:r>
              <a:r>
                <a:rPr kumimoji="1" lang="en-US" altLang="ja-JP" sz="3200" b="1" dirty="0"/>
                <a:t> </a:t>
              </a:r>
              <a:r>
                <a:rPr lang="ja-JP" altLang="en-US" sz="3200" b="1" dirty="0"/>
                <a:t>裕翔</a:t>
              </a:r>
              <a:r>
                <a:rPr lang="en-US" altLang="ja-JP" sz="3200" b="1" dirty="0"/>
                <a:t>   </a:t>
              </a:r>
              <a:r>
                <a:rPr lang="ja-JP" altLang="en-US" sz="3200" b="1" dirty="0"/>
                <a:t>平田</a:t>
              </a:r>
              <a:r>
                <a:rPr lang="en-US" altLang="ja-JP" sz="3200" b="1" dirty="0"/>
                <a:t> </a:t>
              </a:r>
              <a:r>
                <a:rPr lang="ja-JP" altLang="en-US" sz="3200" b="1" dirty="0"/>
                <a:t>研二</a:t>
              </a:r>
              <a:r>
                <a:rPr lang="en-US" altLang="ja-JP" sz="3200" b="1" dirty="0"/>
                <a:t>   (</a:t>
              </a:r>
              <a:r>
                <a:rPr lang="ja-JP" altLang="en-US" sz="3200" b="1" dirty="0"/>
                <a:t>富山大学</a:t>
              </a:r>
              <a:r>
                <a:rPr lang="en-US" altLang="ja-JP" sz="3200" b="1" dirty="0"/>
                <a:t>)</a:t>
              </a:r>
              <a:endParaRPr kumimoji="1" lang="ja-JP" altLang="en-US" sz="3200" b="1" dirty="0"/>
            </a:p>
          </p:txBody>
        </p:sp>
      </p:grpSp>
      <p:grpSp>
        <p:nvGrpSpPr>
          <p:cNvPr id="99" name="グループ化 98">
            <a:extLst>
              <a:ext uri="{FF2B5EF4-FFF2-40B4-BE49-F238E27FC236}">
                <a16:creationId xmlns:a16="http://schemas.microsoft.com/office/drawing/2014/main" id="{66D952D5-F299-6ACC-B250-A291C2AAE734}"/>
              </a:ext>
            </a:extLst>
          </p:cNvPr>
          <p:cNvGrpSpPr/>
          <p:nvPr/>
        </p:nvGrpSpPr>
        <p:grpSpPr>
          <a:xfrm>
            <a:off x="494350" y="3809099"/>
            <a:ext cx="29340000" cy="5040000"/>
            <a:chOff x="467604" y="3420000"/>
            <a:chExt cx="29340000" cy="5040000"/>
          </a:xfrm>
        </p:grpSpPr>
        <p:grpSp>
          <p:nvGrpSpPr>
            <p:cNvPr id="98" name="グループ化 97">
              <a:extLst>
                <a:ext uri="{FF2B5EF4-FFF2-40B4-BE49-F238E27FC236}">
                  <a16:creationId xmlns:a16="http://schemas.microsoft.com/office/drawing/2014/main" id="{4405AD4C-03E7-303A-F529-7E225C2EA867}"/>
                </a:ext>
              </a:extLst>
            </p:cNvPr>
            <p:cNvGrpSpPr/>
            <p:nvPr/>
          </p:nvGrpSpPr>
          <p:grpSpPr>
            <a:xfrm>
              <a:off x="467604" y="3420000"/>
              <a:ext cx="29340000" cy="5040000"/>
              <a:chOff x="467604" y="3420000"/>
              <a:chExt cx="29340000" cy="5040000"/>
            </a:xfrm>
          </p:grpSpPr>
          <p:grpSp>
            <p:nvGrpSpPr>
              <p:cNvPr id="18" name="グループ化 17">
                <a:extLst>
                  <a:ext uri="{FF2B5EF4-FFF2-40B4-BE49-F238E27FC236}">
                    <a16:creationId xmlns:a16="http://schemas.microsoft.com/office/drawing/2014/main" id="{FA0C50E5-6174-8DD0-2B2F-0C3CB2F3300C}"/>
                  </a:ext>
                </a:extLst>
              </p:cNvPr>
              <p:cNvGrpSpPr/>
              <p:nvPr/>
            </p:nvGrpSpPr>
            <p:grpSpPr>
              <a:xfrm>
                <a:off x="467604" y="3420000"/>
                <a:ext cx="29340000" cy="5040000"/>
                <a:chOff x="478129" y="5290673"/>
                <a:chExt cx="29260800" cy="4899368"/>
              </a:xfrm>
              <a:solidFill>
                <a:schemeClr val="bg1"/>
              </a:solidFill>
            </p:grpSpPr>
            <p:sp>
              <p:nvSpPr>
                <p:cNvPr id="19" name="正方形/長方形 18">
                  <a:extLst>
                    <a:ext uri="{FF2B5EF4-FFF2-40B4-BE49-F238E27FC236}">
                      <a16:creationId xmlns:a16="http://schemas.microsoft.com/office/drawing/2014/main" id="{BAB11EC0-E28A-7672-B114-A70896BB53F2}"/>
                    </a:ext>
                  </a:extLst>
                </p:cNvPr>
                <p:cNvSpPr>
                  <a:spLocks/>
                </p:cNvSpPr>
                <p:nvPr/>
              </p:nvSpPr>
              <p:spPr>
                <a:xfrm>
                  <a:off x="478129" y="5290673"/>
                  <a:ext cx="29260800" cy="4899368"/>
                </a:xfrm>
                <a:prstGeom prst="rect">
                  <a:avLst/>
                </a:prstGeom>
                <a:grpFill/>
                <a:ln w="127000">
                  <a:solidFill>
                    <a:schemeClr val="tx2"/>
                  </a:solidFill>
                  <a:extLst>
                    <a:ext uri="{C807C97D-BFC1-408E-A445-0C87EB9F89A2}">
                      <ask:lineSketchStyleProps xmlns:ask="http://schemas.microsoft.com/office/drawing/2018/sketchyshapes" sd="981765707">
                        <a:custGeom>
                          <a:avLst/>
                          <a:gdLst>
                            <a:gd name="connsiteX0" fmla="*/ 0 w 27965400"/>
                            <a:gd name="connsiteY0" fmla="*/ 0 h 5715000"/>
                            <a:gd name="connsiteX1" fmla="*/ 27965400 w 27965400"/>
                            <a:gd name="connsiteY1" fmla="*/ 0 h 5715000"/>
                            <a:gd name="connsiteX2" fmla="*/ 27965400 w 27965400"/>
                            <a:gd name="connsiteY2" fmla="*/ 5715000 h 5715000"/>
                            <a:gd name="connsiteX3" fmla="*/ 0 w 27965400"/>
                            <a:gd name="connsiteY3" fmla="*/ 5715000 h 5715000"/>
                            <a:gd name="connsiteX4" fmla="*/ 0 w 27965400"/>
                            <a:gd name="connsiteY4" fmla="*/ 0 h 5715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965400" h="5715000" fill="none" extrusionOk="0">
                              <a:moveTo>
                                <a:pt x="0" y="0"/>
                              </a:moveTo>
                              <a:cubicBezTo>
                                <a:pt x="12822961" y="-33775"/>
                                <a:pt x="23266028" y="138873"/>
                                <a:pt x="27965400" y="0"/>
                              </a:cubicBezTo>
                              <a:cubicBezTo>
                                <a:pt x="27891629" y="1430944"/>
                                <a:pt x="27809517" y="3154282"/>
                                <a:pt x="27965400" y="5715000"/>
                              </a:cubicBezTo>
                              <a:cubicBezTo>
                                <a:pt x="16913084" y="5577670"/>
                                <a:pt x="9222407" y="5577144"/>
                                <a:pt x="0" y="5715000"/>
                              </a:cubicBezTo>
                              <a:cubicBezTo>
                                <a:pt x="152408" y="3190664"/>
                                <a:pt x="73868" y="1414017"/>
                                <a:pt x="0" y="0"/>
                              </a:cubicBezTo>
                              <a:close/>
                            </a:path>
                            <a:path w="27965400" h="5715000" stroke="0" extrusionOk="0">
                              <a:moveTo>
                                <a:pt x="0" y="0"/>
                              </a:moveTo>
                              <a:cubicBezTo>
                                <a:pt x="6780586" y="-101487"/>
                                <a:pt x="18516925" y="-162162"/>
                                <a:pt x="27965400" y="0"/>
                              </a:cubicBezTo>
                              <a:cubicBezTo>
                                <a:pt x="28026113" y="2805299"/>
                                <a:pt x="27904328" y="3460224"/>
                                <a:pt x="27965400" y="5715000"/>
                              </a:cubicBezTo>
                              <a:cubicBezTo>
                                <a:pt x="19875670" y="5765065"/>
                                <a:pt x="9433509" y="5556551"/>
                                <a:pt x="0" y="5715000"/>
                              </a:cubicBezTo>
                              <a:cubicBezTo>
                                <a:pt x="-24452" y="3845266"/>
                                <a:pt x="-67663" y="2490616"/>
                                <a:pt x="0" y="0"/>
                              </a:cubicBezTo>
                              <a:close/>
                            </a:path>
                          </a:pathLst>
                        </a:custGeom>
                        <ask:type>
                          <ask:lineSketchNon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ja-JP" altLang="en-US" dirty="0"/>
                </a:p>
              </p:txBody>
            </p:sp>
            <p:sp>
              <p:nvSpPr>
                <p:cNvPr id="20" name="テキスト ボックス 19">
                  <a:extLst>
                    <a:ext uri="{FF2B5EF4-FFF2-40B4-BE49-F238E27FC236}">
                      <a16:creationId xmlns:a16="http://schemas.microsoft.com/office/drawing/2014/main" id="{FA0E2650-C7C7-E339-DFA2-A6913B7F68CD}"/>
                    </a:ext>
                  </a:extLst>
                </p:cNvPr>
                <p:cNvSpPr txBox="1">
                  <a:spLocks/>
                </p:cNvSpPr>
                <p:nvPr/>
              </p:nvSpPr>
              <p:spPr>
                <a:xfrm>
                  <a:off x="981222" y="5601948"/>
                  <a:ext cx="4324353" cy="769441"/>
                </a:xfrm>
                <a:prstGeom prst="rect">
                  <a:avLst/>
                </a:prstGeom>
                <a:grpFill/>
              </p:spPr>
              <p:txBody>
                <a:bodyPr wrap="square" rtlCol="0">
                  <a:spAutoFit/>
                </a:bodyPr>
                <a:lstStyle/>
                <a:p>
                  <a:r>
                    <a:rPr lang="ja-JP" altLang="en-US" sz="4400" b="1">
                      <a:solidFill>
                        <a:schemeClr val="tx2">
                          <a:lumMod val="90000"/>
                          <a:lumOff val="10000"/>
                        </a:schemeClr>
                      </a:solidFill>
                      <a:latin typeface="メイリオ" panose="020B0604030504040204" pitchFamily="50" charset="-128"/>
                      <a:ea typeface="メイリオ" panose="020B0604030504040204" pitchFamily="50" charset="-128"/>
                    </a:rPr>
                    <a:t>研究背景と目的</a:t>
                  </a:r>
                  <a:endParaRPr kumimoji="1" lang="ja-JP" altLang="en-US" sz="4400" b="1" dirty="0">
                    <a:solidFill>
                      <a:schemeClr val="tx2">
                        <a:lumMod val="90000"/>
                        <a:lumOff val="10000"/>
                      </a:schemeClr>
                    </a:solidFill>
                    <a:latin typeface="メイリオ" panose="020B0604030504040204" pitchFamily="50" charset="-128"/>
                    <a:ea typeface="メイリオ" panose="020B0604030504040204" pitchFamily="50" charset="-128"/>
                  </a:endParaRPr>
                </a:p>
              </p:txBody>
            </p:sp>
          </p:grpSp>
          <p:sp>
            <p:nvSpPr>
              <p:cNvPr id="22" name="テキスト ボックス 21">
                <a:extLst>
                  <a:ext uri="{FF2B5EF4-FFF2-40B4-BE49-F238E27FC236}">
                    <a16:creationId xmlns:a16="http://schemas.microsoft.com/office/drawing/2014/main" id="{9C2A2F50-FA4F-8D80-889A-C8FF6147EE17}"/>
                  </a:ext>
                </a:extLst>
              </p:cNvPr>
              <p:cNvSpPr txBox="1"/>
              <p:nvPr/>
            </p:nvSpPr>
            <p:spPr>
              <a:xfrm>
                <a:off x="985691" y="4388072"/>
                <a:ext cx="21299599" cy="3581012"/>
              </a:xfrm>
              <a:prstGeom prst="rect">
                <a:avLst/>
              </a:prstGeom>
              <a:noFill/>
            </p:spPr>
            <p:txBody>
              <a:bodyPr wrap="square" rtlCol="0">
                <a:spAutoFit/>
              </a:bodyPr>
              <a:lstStyle/>
              <a:p>
                <a:r>
                  <a:rPr kumimoji="1" lang="en-US" altLang="ja-JP" sz="2800" dirty="0"/>
                  <a:t>1</a:t>
                </a:r>
                <a:r>
                  <a:rPr lang="ja-JP" altLang="en-US" sz="2800"/>
                  <a:t>型糖尿病は，血糖値調整を担うインスリンホルモンの体内分泌が停止することによって発症する．患者は外部よりインスリンを投与する必要があり，投与量は患者自身が判断しなければならない．そのため，過剰投与による低血糖リスクなどが生じる．課題解決に向けて人工膵臓の開発が進められている．人工膵臓は血糖値を連続的に計測しながら，適切な投与量を制御アルゴリズムに従い計算し，インスリンを自動投与することによって血糖値を一定の範囲にコントロールする．</a:t>
                </a:r>
                <a:endParaRPr lang="en-US" altLang="ja-JP" sz="2800" dirty="0"/>
              </a:p>
              <a:p>
                <a:r>
                  <a:rPr lang="ja-JP" altLang="en-US" sz="2800"/>
                  <a:t>制御アルゴリズムとしてモデル予測制御</a:t>
                </a:r>
                <a:r>
                  <a:rPr lang="en-US" altLang="ja-JP" sz="2800" dirty="0"/>
                  <a:t>(MPC)</a:t>
                </a:r>
                <a:r>
                  <a:rPr lang="ja-JP" altLang="en-US" sz="2800"/>
                  <a:t>が主に用いられている．</a:t>
                </a:r>
                <a:r>
                  <a:rPr lang="en-US" altLang="ja-JP" sz="2800" dirty="0"/>
                  <a:t>MPC</a:t>
                </a:r>
                <a:r>
                  <a:rPr lang="ja-JP" altLang="en-US" sz="2800"/>
                  <a:t>に基づく制御では，血糖値の変化を記述するモデルを用いて将来の血糖値を予測し，投与量を決定する．そのためには，モデル内部で扱う状態が現在どのような値であるかを適切に把握する必要がある．本研究では，当研究室で提案されたグルコース</a:t>
                </a:r>
                <a:r>
                  <a:rPr lang="en-US" altLang="ja-JP" sz="2800" dirty="0"/>
                  <a:t>-</a:t>
                </a:r>
                <a:r>
                  <a:rPr lang="ja-JP" altLang="en-US" sz="2800"/>
                  <a:t>インスリン動態切り換えモデルに対し，血糖値データからモデルの状態を推定する状態推定器の構築を行う．</a:t>
                </a:r>
                <a:endParaRPr lang="en-US" altLang="ja-JP" sz="2800" dirty="0"/>
              </a:p>
            </p:txBody>
          </p:sp>
          <p:grpSp>
            <p:nvGrpSpPr>
              <p:cNvPr id="23" name="グループ化 22">
                <a:extLst>
                  <a:ext uri="{FF2B5EF4-FFF2-40B4-BE49-F238E27FC236}">
                    <a16:creationId xmlns:a16="http://schemas.microsoft.com/office/drawing/2014/main" id="{59D43F7F-8D8D-0935-35A0-46BFF9815FCE}"/>
                  </a:ext>
                </a:extLst>
              </p:cNvPr>
              <p:cNvGrpSpPr/>
              <p:nvPr/>
            </p:nvGrpSpPr>
            <p:grpSpPr>
              <a:xfrm>
                <a:off x="18086269" y="3634690"/>
                <a:ext cx="11312270" cy="4574516"/>
                <a:chOff x="666370" y="1296365"/>
                <a:chExt cx="11312270" cy="4574516"/>
              </a:xfrm>
            </p:grpSpPr>
            <p:sp>
              <p:nvSpPr>
                <p:cNvPr id="24" name="正方形/長方形 23">
                  <a:extLst>
                    <a:ext uri="{FF2B5EF4-FFF2-40B4-BE49-F238E27FC236}">
                      <a16:creationId xmlns:a16="http://schemas.microsoft.com/office/drawing/2014/main" id="{18E63978-B7C3-0819-58CD-778276F23E2E}"/>
                    </a:ext>
                  </a:extLst>
                </p:cNvPr>
                <p:cNvSpPr/>
                <p:nvPr/>
              </p:nvSpPr>
              <p:spPr>
                <a:xfrm>
                  <a:off x="9029075" y="3536821"/>
                  <a:ext cx="2195384" cy="793092"/>
                </a:xfrm>
                <a:prstGeom prst="rect">
                  <a:avLst/>
                </a:prstGeom>
                <a:ln>
                  <a:solidFill>
                    <a:schemeClr val="tx2">
                      <a:lumMod val="90000"/>
                      <a:lumOff val="10000"/>
                    </a:schemeClr>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ja-JP" b="1" dirty="0">
                      <a:latin typeface="Hiragino Kaku Gothic ProN W3" panose="020B0300000000000000" pitchFamily="34" charset="-128"/>
                      <a:ea typeface="Hiragino Kaku Gothic ProN W3" panose="020B0300000000000000" pitchFamily="34" charset="-128"/>
                      <a:cs typeface="Arial" panose="020B0604020202020204" pitchFamily="34" charset="0"/>
                    </a:rPr>
                    <a:t>Subject</a:t>
                  </a:r>
                </a:p>
                <a:p>
                  <a:pPr algn="ctr"/>
                  <a:r>
                    <a:rPr lang="en-US" altLang="ja-JP" sz="1400" b="1" dirty="0">
                      <a:latin typeface="Hiragino Kaku Gothic ProN W3" panose="020B0300000000000000" pitchFamily="34" charset="-128"/>
                      <a:ea typeface="Hiragino Kaku Gothic ProN W3" panose="020B0300000000000000" pitchFamily="34" charset="-128"/>
                      <a:cs typeface="Arial" panose="020B0604020202020204" pitchFamily="34" charset="0"/>
                    </a:rPr>
                    <a:t>(UVA/Padova Model)</a:t>
                  </a:r>
                  <a:endParaRPr kumimoji="1" lang="ja-JP" altLang="en-US" sz="1400" b="1">
                    <a:latin typeface="Hiragino Kaku Gothic ProN W3" panose="020B0300000000000000" pitchFamily="34" charset="-128"/>
                    <a:ea typeface="Hiragino Kaku Gothic ProN W3" panose="020B0300000000000000" pitchFamily="34" charset="-128"/>
                    <a:cs typeface="Arial" panose="020B0604020202020204" pitchFamily="34" charset="0"/>
                  </a:endParaRPr>
                </a:p>
              </p:txBody>
            </p:sp>
            <p:sp>
              <p:nvSpPr>
                <p:cNvPr id="25" name="正方形/長方形 24">
                  <a:extLst>
                    <a:ext uri="{FF2B5EF4-FFF2-40B4-BE49-F238E27FC236}">
                      <a16:creationId xmlns:a16="http://schemas.microsoft.com/office/drawing/2014/main" id="{384FE5E2-A665-8572-DD2C-1CC1DD3C3776}"/>
                    </a:ext>
                  </a:extLst>
                </p:cNvPr>
                <p:cNvSpPr/>
                <p:nvPr/>
              </p:nvSpPr>
              <p:spPr>
                <a:xfrm>
                  <a:off x="4712321" y="1931662"/>
                  <a:ext cx="1952849" cy="734540"/>
                </a:xfrm>
                <a:prstGeom prst="rect">
                  <a:avLst/>
                </a:prstGeom>
                <a:ln>
                  <a:solidFill>
                    <a:schemeClr val="tx2">
                      <a:lumMod val="90000"/>
                      <a:lumOff val="10000"/>
                    </a:schemeClr>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kumimoji="1" lang="en-US" altLang="ja-JP" sz="1400" b="1" dirty="0">
                      <a:latin typeface="Hiragino Kaku Gothic ProN W3" panose="020B0300000000000000" pitchFamily="34" charset="-128"/>
                      <a:ea typeface="Hiragino Kaku Gothic ProN W3" panose="020B0300000000000000" pitchFamily="34" charset="-128"/>
                      <a:cs typeface="Arial" panose="020B0604020202020204" pitchFamily="34" charset="0"/>
                    </a:rPr>
                    <a:t>Gastrointestinal</a:t>
                  </a:r>
                </a:p>
                <a:p>
                  <a:pPr algn="ctr"/>
                  <a:r>
                    <a:rPr lang="en-US" altLang="ja-JP" sz="1400" b="1" dirty="0" err="1">
                      <a:latin typeface="Hiragino Kaku Gothic ProN W3" panose="020B0300000000000000" pitchFamily="34" charset="-128"/>
                      <a:ea typeface="Hiragino Kaku Gothic ProN W3" panose="020B0300000000000000" pitchFamily="34" charset="-128"/>
                      <a:cs typeface="Arial" panose="020B0604020202020204" pitchFamily="34" charset="0"/>
                    </a:rPr>
                    <a:t>submodel</a:t>
                  </a:r>
                  <a:endParaRPr lang="en-US" altLang="ja-JP" sz="1400" b="1" dirty="0">
                    <a:latin typeface="Hiragino Kaku Gothic ProN W3" panose="020B0300000000000000" pitchFamily="34" charset="-128"/>
                    <a:ea typeface="Hiragino Kaku Gothic ProN W3" panose="020B0300000000000000" pitchFamily="34" charset="-128"/>
                    <a:cs typeface="Arial" panose="020B0604020202020204" pitchFamily="34" charset="0"/>
                  </a:endParaRPr>
                </a:p>
                <a:p>
                  <a:pPr algn="ctr"/>
                  <a:r>
                    <a:rPr kumimoji="1" lang="en-US" altLang="ja-JP" sz="1400" b="1" dirty="0">
                      <a:latin typeface="Hiragino Kaku Gothic ProN W3" panose="020B0300000000000000" pitchFamily="34" charset="-128"/>
                      <a:ea typeface="Hiragino Kaku Gothic ProN W3" panose="020B0300000000000000" pitchFamily="34" charset="-128"/>
                      <a:cs typeface="Arial" panose="020B0604020202020204" pitchFamily="34" charset="0"/>
                    </a:rPr>
                    <a:t>(</a:t>
                  </a:r>
                  <a:r>
                    <a:rPr kumimoji="1" lang="en-US" altLang="ja-JP" sz="1400" b="1" dirty="0">
                      <a:solidFill>
                        <a:srgbClr val="FF0000"/>
                      </a:solidFill>
                      <a:latin typeface="Hiragino Kaku Gothic ProN W3" panose="020B0300000000000000" pitchFamily="34" charset="-128"/>
                      <a:ea typeface="Hiragino Kaku Gothic ProN W3" panose="020B0300000000000000" pitchFamily="34" charset="-128"/>
                      <a:cs typeface="Arial" panose="020B0604020202020204" pitchFamily="34" charset="0"/>
                    </a:rPr>
                    <a:t>switched system</a:t>
                  </a:r>
                  <a:r>
                    <a:rPr kumimoji="1" lang="en-US" altLang="ja-JP" sz="1400" b="1" dirty="0">
                      <a:latin typeface="Hiragino Kaku Gothic ProN W3" panose="020B0300000000000000" pitchFamily="34" charset="-128"/>
                      <a:ea typeface="Hiragino Kaku Gothic ProN W3" panose="020B0300000000000000" pitchFamily="34" charset="-128"/>
                      <a:cs typeface="Arial" panose="020B0604020202020204" pitchFamily="34" charset="0"/>
                    </a:rPr>
                    <a:t>)</a:t>
                  </a:r>
                  <a:endParaRPr kumimoji="1" lang="ja-JP" altLang="en-US" sz="1400" b="1">
                    <a:latin typeface="Hiragino Kaku Gothic ProN W3" panose="020B0300000000000000" pitchFamily="34" charset="-128"/>
                    <a:ea typeface="Hiragino Kaku Gothic ProN W3" panose="020B0300000000000000" pitchFamily="34" charset="-128"/>
                    <a:cs typeface="Arial" panose="020B0604020202020204" pitchFamily="34" charset="0"/>
                  </a:endParaRPr>
                </a:p>
              </p:txBody>
            </p:sp>
            <p:grpSp>
              <p:nvGrpSpPr>
                <p:cNvPr id="26" name="グループ化 25">
                  <a:extLst>
                    <a:ext uri="{FF2B5EF4-FFF2-40B4-BE49-F238E27FC236}">
                      <a16:creationId xmlns:a16="http://schemas.microsoft.com/office/drawing/2014/main" id="{D1E44D45-3DA4-4CFA-F429-5BEDB64951B0}"/>
                    </a:ext>
                  </a:extLst>
                </p:cNvPr>
                <p:cNvGrpSpPr/>
                <p:nvPr/>
              </p:nvGrpSpPr>
              <p:grpSpPr>
                <a:xfrm>
                  <a:off x="2244780" y="2938800"/>
                  <a:ext cx="6094482" cy="1989135"/>
                  <a:chOff x="3047283" y="2904075"/>
                  <a:chExt cx="6094482" cy="1989135"/>
                </a:xfrm>
              </p:grpSpPr>
              <p:sp>
                <p:nvSpPr>
                  <p:cNvPr id="45" name="正方形/長方形 44">
                    <a:extLst>
                      <a:ext uri="{FF2B5EF4-FFF2-40B4-BE49-F238E27FC236}">
                        <a16:creationId xmlns:a16="http://schemas.microsoft.com/office/drawing/2014/main" id="{0486F3D7-C451-1203-4951-8DFA119C5689}"/>
                      </a:ext>
                    </a:extLst>
                  </p:cNvPr>
                  <p:cNvSpPr/>
                  <p:nvPr/>
                </p:nvSpPr>
                <p:spPr>
                  <a:xfrm>
                    <a:off x="3047283" y="2904075"/>
                    <a:ext cx="6094482" cy="1989135"/>
                  </a:xfrm>
                  <a:prstGeom prst="rect">
                    <a:avLst/>
                  </a:prstGeom>
                  <a:ln>
                    <a:solidFill>
                      <a:schemeClr val="tx2">
                        <a:lumMod val="90000"/>
                        <a:lumOff val="10000"/>
                      </a:schemeClr>
                    </a:solidFill>
                  </a:ln>
                </p:spPr>
                <p:style>
                  <a:lnRef idx="2">
                    <a:schemeClr val="accent1"/>
                  </a:lnRef>
                  <a:fillRef idx="1">
                    <a:schemeClr val="lt1"/>
                  </a:fillRef>
                  <a:effectRef idx="0">
                    <a:schemeClr val="accent1"/>
                  </a:effectRef>
                  <a:fontRef idx="minor">
                    <a:schemeClr val="dk1"/>
                  </a:fontRef>
                </p:style>
                <p:txBody>
                  <a:bodyPr rtlCol="0" anchor="ctr"/>
                  <a:lstStyle/>
                  <a:p>
                    <a:pPr algn="ctr"/>
                    <a:endParaRPr kumimoji="1" lang="ja-JP" altLang="en-US">
                      <a:ln w="0"/>
                      <a:solidFill>
                        <a:schemeClr val="tx1"/>
                      </a:solidFill>
                      <a:effectLst>
                        <a:outerShdw blurRad="38100" dist="19050" dir="2700000" algn="tl" rotWithShape="0">
                          <a:schemeClr val="dk1">
                            <a:alpha val="40000"/>
                          </a:schemeClr>
                        </a:outerShdw>
                      </a:effectLst>
                    </a:endParaRPr>
                  </a:p>
                </p:txBody>
              </p:sp>
              <p:sp>
                <p:nvSpPr>
                  <p:cNvPr id="46" name="正方形/長方形 45">
                    <a:extLst>
                      <a:ext uri="{FF2B5EF4-FFF2-40B4-BE49-F238E27FC236}">
                        <a16:creationId xmlns:a16="http://schemas.microsoft.com/office/drawing/2014/main" id="{C10EE236-4D83-450D-5298-0D79F44FFA44}"/>
                      </a:ext>
                    </a:extLst>
                  </p:cNvPr>
                  <p:cNvSpPr/>
                  <p:nvPr/>
                </p:nvSpPr>
                <p:spPr>
                  <a:xfrm>
                    <a:off x="3175590" y="3899127"/>
                    <a:ext cx="1952849" cy="734540"/>
                  </a:xfrm>
                  <a:prstGeom prst="rect">
                    <a:avLst/>
                  </a:prstGeom>
                  <a:ln>
                    <a:solidFill>
                      <a:schemeClr val="tx2">
                        <a:lumMod val="90000"/>
                        <a:lumOff val="10000"/>
                      </a:schemeClr>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kumimoji="1" lang="en-US" altLang="ja-JP" sz="1400" b="1" dirty="0">
                        <a:latin typeface="Hiragino Kaku Gothic ProN W3" panose="020B0300000000000000" pitchFamily="34" charset="-128"/>
                        <a:ea typeface="Hiragino Kaku Gothic ProN W3" panose="020B0300000000000000" pitchFamily="34" charset="-128"/>
                        <a:cs typeface="Arial" panose="020B0604020202020204" pitchFamily="34" charset="0"/>
                      </a:rPr>
                      <a:t>Subcutaneous</a:t>
                    </a:r>
                  </a:p>
                  <a:p>
                    <a:pPr algn="ctr"/>
                    <a:r>
                      <a:rPr lang="en-US" altLang="ja-JP" sz="1400" b="1" dirty="0">
                        <a:latin typeface="Hiragino Kaku Gothic ProN W3" panose="020B0300000000000000" pitchFamily="34" charset="-128"/>
                        <a:ea typeface="Hiragino Kaku Gothic ProN W3" panose="020B0300000000000000" pitchFamily="34" charset="-128"/>
                        <a:cs typeface="Arial" panose="020B0604020202020204" pitchFamily="34" charset="0"/>
                      </a:rPr>
                      <a:t>Insulin</a:t>
                    </a:r>
                  </a:p>
                  <a:p>
                    <a:pPr algn="ctr"/>
                    <a:r>
                      <a:rPr kumimoji="1" lang="en-US" altLang="ja-JP" sz="1400" b="1" dirty="0">
                        <a:latin typeface="Hiragino Kaku Gothic ProN W3" panose="020B0300000000000000" pitchFamily="34" charset="-128"/>
                        <a:ea typeface="Hiragino Kaku Gothic ProN W3" panose="020B0300000000000000" pitchFamily="34" charset="-128"/>
                        <a:cs typeface="Arial" panose="020B0604020202020204" pitchFamily="34" charset="0"/>
                      </a:rPr>
                      <a:t>Kinetic </a:t>
                    </a:r>
                    <a:r>
                      <a:rPr kumimoji="1" lang="en-US" altLang="ja-JP" sz="1400" b="1" dirty="0" err="1">
                        <a:latin typeface="Hiragino Kaku Gothic ProN W3" panose="020B0300000000000000" pitchFamily="34" charset="-128"/>
                        <a:ea typeface="Hiragino Kaku Gothic ProN W3" panose="020B0300000000000000" pitchFamily="34" charset="-128"/>
                        <a:cs typeface="Arial" panose="020B0604020202020204" pitchFamily="34" charset="0"/>
                      </a:rPr>
                      <a:t>submodel</a:t>
                    </a:r>
                    <a:endParaRPr kumimoji="1" lang="ja-JP" altLang="en-US" sz="1400" b="1">
                      <a:latin typeface="Hiragino Kaku Gothic ProN W3" panose="020B0300000000000000" pitchFamily="34" charset="-128"/>
                      <a:ea typeface="Hiragino Kaku Gothic ProN W3" panose="020B0300000000000000" pitchFamily="34" charset="-128"/>
                      <a:cs typeface="Arial" panose="020B0604020202020204" pitchFamily="34" charset="0"/>
                    </a:endParaRPr>
                  </a:p>
                </p:txBody>
              </p:sp>
              <p:sp>
                <p:nvSpPr>
                  <p:cNvPr id="47" name="正方形/長方形 46">
                    <a:extLst>
                      <a:ext uri="{FF2B5EF4-FFF2-40B4-BE49-F238E27FC236}">
                        <a16:creationId xmlns:a16="http://schemas.microsoft.com/office/drawing/2014/main" id="{28A2D907-C95C-6165-61F0-3483B8157E57}"/>
                      </a:ext>
                    </a:extLst>
                  </p:cNvPr>
                  <p:cNvSpPr/>
                  <p:nvPr/>
                </p:nvSpPr>
                <p:spPr>
                  <a:xfrm>
                    <a:off x="5190795" y="3307271"/>
                    <a:ext cx="1810410" cy="734532"/>
                  </a:xfrm>
                  <a:prstGeom prst="rect">
                    <a:avLst/>
                  </a:prstGeom>
                  <a:ln>
                    <a:solidFill>
                      <a:schemeClr val="tx2">
                        <a:lumMod val="90000"/>
                        <a:lumOff val="10000"/>
                      </a:schemeClr>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kumimoji="1" lang="en-US" altLang="ja-JP" sz="1400" b="1" dirty="0">
                        <a:latin typeface="Hiragino Kaku Gothic ProN W3" panose="020B0300000000000000" pitchFamily="34" charset="-128"/>
                        <a:ea typeface="Hiragino Kaku Gothic ProN W3" panose="020B0300000000000000" pitchFamily="34" charset="-128"/>
                        <a:cs typeface="Arial" panose="020B0604020202020204" pitchFamily="34" charset="0"/>
                      </a:rPr>
                      <a:t>Core </a:t>
                    </a:r>
                    <a:r>
                      <a:rPr kumimoji="1" lang="en-US" altLang="ja-JP" sz="1400" b="1" dirty="0" err="1">
                        <a:latin typeface="Hiragino Kaku Gothic ProN W3" panose="020B0300000000000000" pitchFamily="34" charset="-128"/>
                        <a:ea typeface="Hiragino Kaku Gothic ProN W3" panose="020B0300000000000000" pitchFamily="34" charset="-128"/>
                        <a:cs typeface="Arial" panose="020B0604020202020204" pitchFamily="34" charset="0"/>
                      </a:rPr>
                      <a:t>submodel</a:t>
                    </a:r>
                    <a:endParaRPr kumimoji="1" lang="en-US" altLang="ja-JP" sz="1400" b="1" dirty="0">
                      <a:latin typeface="Hiragino Kaku Gothic ProN W3" panose="020B0300000000000000" pitchFamily="34" charset="-128"/>
                      <a:ea typeface="Hiragino Kaku Gothic ProN W3" panose="020B0300000000000000" pitchFamily="34" charset="-128"/>
                      <a:cs typeface="Arial" panose="020B0604020202020204" pitchFamily="34" charset="0"/>
                    </a:endParaRPr>
                  </a:p>
                  <a:p>
                    <a:pPr algn="ctr"/>
                    <a:r>
                      <a:rPr lang="en-US" altLang="ja-JP" sz="1400" b="1" dirty="0">
                        <a:latin typeface="Hiragino Kaku Gothic ProN W3" panose="020B0300000000000000" pitchFamily="34" charset="-128"/>
                        <a:ea typeface="Hiragino Kaku Gothic ProN W3" panose="020B0300000000000000" pitchFamily="34" charset="-128"/>
                        <a:cs typeface="Arial" panose="020B0604020202020204" pitchFamily="34" charset="0"/>
                      </a:rPr>
                      <a:t>(Bergman model)</a:t>
                    </a:r>
                    <a:endParaRPr kumimoji="1" lang="ja-JP" altLang="en-US" sz="1400" b="1">
                      <a:latin typeface="Hiragino Kaku Gothic ProN W3" panose="020B0300000000000000" pitchFamily="34" charset="-128"/>
                      <a:ea typeface="Hiragino Kaku Gothic ProN W3" panose="020B0300000000000000" pitchFamily="34" charset="-128"/>
                      <a:cs typeface="Arial" panose="020B0604020202020204" pitchFamily="34" charset="0"/>
                    </a:endParaRPr>
                  </a:p>
                </p:txBody>
              </p:sp>
              <p:cxnSp>
                <p:nvCxnSpPr>
                  <p:cNvPr id="48" name="カギ線コネクタ 47">
                    <a:extLst>
                      <a:ext uri="{FF2B5EF4-FFF2-40B4-BE49-F238E27FC236}">
                        <a16:creationId xmlns:a16="http://schemas.microsoft.com/office/drawing/2014/main" id="{A1E9AACC-4CD1-9B92-0F0C-6539CFAD37A2}"/>
                      </a:ext>
                    </a:extLst>
                  </p:cNvPr>
                  <p:cNvCxnSpPr>
                    <a:stCxn id="46" idx="3"/>
                    <a:endCxn id="47" idx="2"/>
                  </p:cNvCxnSpPr>
                  <p:nvPr/>
                </p:nvCxnSpPr>
                <p:spPr>
                  <a:xfrm flipV="1">
                    <a:off x="5128439" y="4041803"/>
                    <a:ext cx="967561" cy="224594"/>
                  </a:xfrm>
                  <a:prstGeom prst="bentConnector2">
                    <a:avLst/>
                  </a:prstGeom>
                  <a:ln>
                    <a:tailEnd type="triangle"/>
                  </a:ln>
                </p:spPr>
                <p:style>
                  <a:lnRef idx="2">
                    <a:schemeClr val="dk1"/>
                  </a:lnRef>
                  <a:fillRef idx="0">
                    <a:schemeClr val="dk1"/>
                  </a:fillRef>
                  <a:effectRef idx="1">
                    <a:schemeClr val="dk1"/>
                  </a:effectRef>
                  <a:fontRef idx="minor">
                    <a:schemeClr val="tx1"/>
                  </a:fontRef>
                </p:style>
              </p:cxnSp>
              <p:sp>
                <p:nvSpPr>
                  <p:cNvPr id="49" name="正方形/長方形 48">
                    <a:extLst>
                      <a:ext uri="{FF2B5EF4-FFF2-40B4-BE49-F238E27FC236}">
                        <a16:creationId xmlns:a16="http://schemas.microsoft.com/office/drawing/2014/main" id="{169A1ADE-4340-ACF9-6ADC-5C0014862D57}"/>
                      </a:ext>
                    </a:extLst>
                  </p:cNvPr>
                  <p:cNvSpPr/>
                  <p:nvPr/>
                </p:nvSpPr>
                <p:spPr>
                  <a:xfrm>
                    <a:off x="7215243" y="3307271"/>
                    <a:ext cx="1810410" cy="734532"/>
                  </a:xfrm>
                  <a:prstGeom prst="rect">
                    <a:avLst/>
                  </a:prstGeom>
                  <a:ln>
                    <a:solidFill>
                      <a:schemeClr val="tx2">
                        <a:lumMod val="90000"/>
                        <a:lumOff val="10000"/>
                      </a:schemeClr>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kumimoji="1" lang="en-US" altLang="ja-JP" sz="1400" b="1" dirty="0">
                        <a:latin typeface="Hiragino Kaku Gothic ProN W3" panose="020B0300000000000000" pitchFamily="34" charset="-128"/>
                        <a:ea typeface="Hiragino Kaku Gothic ProN W3" panose="020B0300000000000000" pitchFamily="34" charset="-128"/>
                        <a:cs typeface="Arial" panose="020B0604020202020204" pitchFamily="34" charset="0"/>
                      </a:rPr>
                      <a:t>Nonlinear</a:t>
                    </a:r>
                  </a:p>
                  <a:p>
                    <a:pPr algn="ctr"/>
                    <a:r>
                      <a:rPr lang="en-US" altLang="ja-JP" sz="1400" b="1" dirty="0">
                        <a:latin typeface="Hiragino Kaku Gothic ProN W3" panose="020B0300000000000000" pitchFamily="34" charset="-128"/>
                        <a:ea typeface="Hiragino Kaku Gothic ProN W3" panose="020B0300000000000000" pitchFamily="34" charset="-128"/>
                        <a:cs typeface="Arial" panose="020B0604020202020204" pitchFamily="34" charset="0"/>
                      </a:rPr>
                      <a:t>Programing</a:t>
                    </a:r>
                    <a:endParaRPr kumimoji="1" lang="ja-JP" altLang="en-US" sz="1400" b="1">
                      <a:latin typeface="Hiragino Kaku Gothic ProN W3" panose="020B0300000000000000" pitchFamily="34" charset="-128"/>
                      <a:ea typeface="Hiragino Kaku Gothic ProN W3" panose="020B0300000000000000" pitchFamily="34" charset="-128"/>
                      <a:cs typeface="Arial" panose="020B0604020202020204" pitchFamily="34" charset="0"/>
                    </a:endParaRPr>
                  </a:p>
                </p:txBody>
              </p:sp>
              <p:sp>
                <p:nvSpPr>
                  <p:cNvPr id="50" name="テキスト ボックス 49">
                    <a:extLst>
                      <a:ext uri="{FF2B5EF4-FFF2-40B4-BE49-F238E27FC236}">
                        <a16:creationId xmlns:a16="http://schemas.microsoft.com/office/drawing/2014/main" id="{B07EE000-F797-AF5C-D4FE-E598A9DBD1EB}"/>
                      </a:ext>
                    </a:extLst>
                  </p:cNvPr>
                  <p:cNvSpPr txBox="1"/>
                  <p:nvPr/>
                </p:nvSpPr>
                <p:spPr>
                  <a:xfrm>
                    <a:off x="7336463" y="2937939"/>
                    <a:ext cx="1805302" cy="369332"/>
                  </a:xfrm>
                  <a:prstGeom prst="rect">
                    <a:avLst/>
                  </a:prstGeom>
                  <a:noFill/>
                </p:spPr>
                <p:txBody>
                  <a:bodyPr wrap="none" rtlCol="0">
                    <a:spAutoFit/>
                  </a:bodyPr>
                  <a:lstStyle/>
                  <a:p>
                    <a:r>
                      <a:rPr kumimoji="1" lang="en-US" altLang="ja-JP" dirty="0"/>
                      <a:t>Nonlinear MPC</a:t>
                    </a:r>
                    <a:endParaRPr kumimoji="1" lang="ja-JP" altLang="en-US"/>
                  </a:p>
                </p:txBody>
              </p:sp>
            </p:grpSp>
            <mc:AlternateContent xmlns:mc="http://schemas.openxmlformats.org/markup-compatibility/2006" xmlns:a14="http://schemas.microsoft.com/office/drawing/2010/main">
              <mc:Choice Requires="a14">
                <p:sp>
                  <p:nvSpPr>
                    <p:cNvPr id="27" name="テキスト ボックス 26">
                      <a:extLst>
                        <a:ext uri="{FF2B5EF4-FFF2-40B4-BE49-F238E27FC236}">
                          <a16:creationId xmlns:a16="http://schemas.microsoft.com/office/drawing/2014/main" id="{12770728-D3E7-1402-48B8-94D9DF6CDD69}"/>
                        </a:ext>
                      </a:extLst>
                    </p:cNvPr>
                    <p:cNvSpPr txBox="1"/>
                    <p:nvPr/>
                  </p:nvSpPr>
                  <p:spPr>
                    <a:xfrm>
                      <a:off x="4001906" y="1966727"/>
                      <a:ext cx="648059" cy="27699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𝑅</m:t>
                                </m:r>
                              </m:e>
                              <m:sub>
                                <m:r>
                                  <a:rPr kumimoji="1" lang="en-US" altLang="ja-JP" b="0" i="1" smtClean="0">
                                    <a:latin typeface="Cambria Math" panose="02040503050406030204" pitchFamily="18" charset="0"/>
                                  </a:rPr>
                                  <m:t>𝑎</m:t>
                                </m:r>
                              </m:sub>
                            </m:sSub>
                          </m:oMath>
                        </m:oMathPara>
                      </a14:m>
                      <a:endParaRPr kumimoji="1" lang="ja-JP" altLang="en-US"/>
                    </a:p>
                  </p:txBody>
                </p:sp>
              </mc:Choice>
              <mc:Fallback xmlns="">
                <p:sp>
                  <p:nvSpPr>
                    <p:cNvPr id="27" name="テキスト ボックス 26">
                      <a:extLst>
                        <a:ext uri="{FF2B5EF4-FFF2-40B4-BE49-F238E27FC236}">
                          <a16:creationId xmlns:a16="http://schemas.microsoft.com/office/drawing/2014/main" id="{12770728-D3E7-1402-48B8-94D9DF6CDD69}"/>
                        </a:ext>
                      </a:extLst>
                    </p:cNvPr>
                    <p:cNvSpPr txBox="1">
                      <a:spLocks noRot="1" noChangeAspect="1" noMove="1" noResize="1" noEditPoints="1" noAdjustHandles="1" noChangeArrowheads="1" noChangeShapeType="1" noTextEdit="1"/>
                    </p:cNvSpPr>
                    <p:nvPr/>
                  </p:nvSpPr>
                  <p:spPr>
                    <a:xfrm>
                      <a:off x="4001906" y="1966727"/>
                      <a:ext cx="648059" cy="276999"/>
                    </a:xfrm>
                    <a:prstGeom prst="rect">
                      <a:avLst/>
                    </a:prstGeom>
                    <a:blipFill>
                      <a:blip r:embed="rId3"/>
                      <a:stretch>
                        <a:fillRect b="-8696"/>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8" name="テキスト ボックス 27">
                      <a:extLst>
                        <a:ext uri="{FF2B5EF4-FFF2-40B4-BE49-F238E27FC236}">
                          <a16:creationId xmlns:a16="http://schemas.microsoft.com/office/drawing/2014/main" id="{6ACEC2D0-2C6B-F2EB-E9ED-C9F6A051773B}"/>
                        </a:ext>
                      </a:extLst>
                    </p:cNvPr>
                    <p:cNvSpPr txBox="1"/>
                    <p:nvPr/>
                  </p:nvSpPr>
                  <p:spPr>
                    <a:xfrm>
                      <a:off x="10034169" y="1612983"/>
                      <a:ext cx="812337"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i="1" smtClean="0">
                                    <a:latin typeface="Cambria Math" panose="02040503050406030204" pitchFamily="18" charset="0"/>
                                  </a:rPr>
                                </m:ctrlPr>
                              </m:sSubPr>
                              <m:e>
                                <m:r>
                                  <a:rPr kumimoji="1" lang="en-US" altLang="ja-JP" b="0" i="1" smtClean="0">
                                    <a:latin typeface="Cambria Math" panose="02040503050406030204" pitchFamily="18" charset="0"/>
                                  </a:rPr>
                                  <m:t>𝑑</m:t>
                                </m:r>
                              </m:e>
                              <m:sub>
                                <m:r>
                                  <a:rPr kumimoji="1" lang="en-US" altLang="ja-JP" b="0" i="1" smtClean="0">
                                    <a:latin typeface="Cambria Math" panose="02040503050406030204" pitchFamily="18" charset="0"/>
                                  </a:rPr>
                                  <m:t>𝑚𝑒𝑎𝑙</m:t>
                                </m:r>
                              </m:sub>
                            </m:sSub>
                          </m:oMath>
                        </m:oMathPara>
                      </a14:m>
                      <a:endParaRPr kumimoji="1" lang="ja-JP" altLang="en-US"/>
                    </a:p>
                  </p:txBody>
                </p:sp>
              </mc:Choice>
              <mc:Fallback xmlns="">
                <p:sp>
                  <p:nvSpPr>
                    <p:cNvPr id="28" name="テキスト ボックス 27">
                      <a:extLst>
                        <a:ext uri="{FF2B5EF4-FFF2-40B4-BE49-F238E27FC236}">
                          <a16:creationId xmlns:a16="http://schemas.microsoft.com/office/drawing/2014/main" id="{6ACEC2D0-2C6B-F2EB-E9ED-C9F6A051773B}"/>
                        </a:ext>
                      </a:extLst>
                    </p:cNvPr>
                    <p:cNvSpPr txBox="1">
                      <a:spLocks noRot="1" noChangeAspect="1" noMove="1" noResize="1" noEditPoints="1" noAdjustHandles="1" noChangeArrowheads="1" noChangeShapeType="1" noTextEdit="1"/>
                    </p:cNvSpPr>
                    <p:nvPr/>
                  </p:nvSpPr>
                  <p:spPr>
                    <a:xfrm>
                      <a:off x="10034169" y="1612983"/>
                      <a:ext cx="812337" cy="369332"/>
                    </a:xfrm>
                    <a:prstGeom prst="rect">
                      <a:avLst/>
                    </a:prstGeom>
                    <a:blipFill>
                      <a:blip r:embed="rId4"/>
                      <a:stretch>
                        <a:fillRect/>
                      </a:stretch>
                    </a:blipFill>
                  </p:spPr>
                  <p:txBody>
                    <a:bodyPr/>
                    <a:lstStyle/>
                    <a:p>
                      <a:r>
                        <a:rPr lang="ja-JP" altLang="en-US">
                          <a:noFill/>
                        </a:rPr>
                        <a:t> </a:t>
                      </a:r>
                    </a:p>
                  </p:txBody>
                </p:sp>
              </mc:Fallback>
            </mc:AlternateContent>
            <p:cxnSp>
              <p:nvCxnSpPr>
                <p:cNvPr id="29" name="直線矢印コネクタ 28">
                  <a:extLst>
                    <a:ext uri="{FF2B5EF4-FFF2-40B4-BE49-F238E27FC236}">
                      <a16:creationId xmlns:a16="http://schemas.microsoft.com/office/drawing/2014/main" id="{1BA3840E-A789-7C62-8A58-089E15935AED}"/>
                    </a:ext>
                  </a:extLst>
                </p:cNvPr>
                <p:cNvCxnSpPr>
                  <a:stCxn id="45" idx="3"/>
                  <a:endCxn id="24" idx="1"/>
                </p:cNvCxnSpPr>
                <p:nvPr/>
              </p:nvCxnSpPr>
              <p:spPr>
                <a:xfrm flipV="1">
                  <a:off x="8339262" y="3933367"/>
                  <a:ext cx="689813" cy="1"/>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30" name="正方形/長方形 29">
                  <a:extLst>
                    <a:ext uri="{FF2B5EF4-FFF2-40B4-BE49-F238E27FC236}">
                      <a16:creationId xmlns:a16="http://schemas.microsoft.com/office/drawing/2014/main" id="{30424CBC-224C-4F9B-54B8-2B8B8816E241}"/>
                    </a:ext>
                  </a:extLst>
                </p:cNvPr>
                <p:cNvSpPr/>
                <p:nvPr/>
              </p:nvSpPr>
              <p:spPr>
                <a:xfrm>
                  <a:off x="5238679" y="5214256"/>
                  <a:ext cx="1756657" cy="631688"/>
                </a:xfrm>
                <a:prstGeom prst="rect">
                  <a:avLst/>
                </a:prstGeom>
                <a:ln>
                  <a:solidFill>
                    <a:schemeClr val="tx2">
                      <a:lumMod val="90000"/>
                      <a:lumOff val="10000"/>
                    </a:schemeClr>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kumimoji="1" lang="en-US" altLang="ja-JP" sz="1400" b="1" dirty="0">
                      <a:latin typeface="Hiragino Kaku Gothic ProN W3" panose="020B0300000000000000" pitchFamily="34" charset="-128"/>
                      <a:ea typeface="Hiragino Kaku Gothic ProN W3" panose="020B0300000000000000" pitchFamily="34" charset="-128"/>
                      <a:cs typeface="Arial" panose="020B0604020202020204" pitchFamily="34" charset="0"/>
                    </a:rPr>
                    <a:t>State Estimator</a:t>
                  </a:r>
                </a:p>
              </p:txBody>
            </p:sp>
            <p:cxnSp>
              <p:nvCxnSpPr>
                <p:cNvPr id="31" name="カギ線コネクタ 30">
                  <a:extLst>
                    <a:ext uri="{FF2B5EF4-FFF2-40B4-BE49-F238E27FC236}">
                      <a16:creationId xmlns:a16="http://schemas.microsoft.com/office/drawing/2014/main" id="{01D9516D-55C8-B5CD-0D5D-C8923CEAF24D}"/>
                    </a:ext>
                  </a:extLst>
                </p:cNvPr>
                <p:cNvCxnSpPr>
                  <a:stCxn id="24" idx="3"/>
                </p:cNvCxnSpPr>
                <p:nvPr/>
              </p:nvCxnSpPr>
              <p:spPr>
                <a:xfrm flipH="1">
                  <a:off x="6995336" y="3933367"/>
                  <a:ext cx="4229123" cy="1760272"/>
                </a:xfrm>
                <a:prstGeom prst="bentConnector3">
                  <a:avLst>
                    <a:gd name="adj1" fmla="val -5405"/>
                  </a:avLst>
                </a:prstGeom>
                <a:ln>
                  <a:tailEnd type="triangle"/>
                </a:ln>
              </p:spPr>
              <p:style>
                <a:lnRef idx="2">
                  <a:schemeClr val="dk1"/>
                </a:lnRef>
                <a:fillRef idx="0">
                  <a:schemeClr val="dk1"/>
                </a:fillRef>
                <a:effectRef idx="1">
                  <a:schemeClr val="dk1"/>
                </a:effectRef>
                <a:fontRef idx="minor">
                  <a:schemeClr val="tx1"/>
                </a:fontRef>
              </p:style>
            </p:cxnSp>
            <p:cxnSp>
              <p:nvCxnSpPr>
                <p:cNvPr id="32" name="カギ線コネクタ 31">
                  <a:extLst>
                    <a:ext uri="{FF2B5EF4-FFF2-40B4-BE49-F238E27FC236}">
                      <a16:creationId xmlns:a16="http://schemas.microsoft.com/office/drawing/2014/main" id="{8DCF664D-52C1-B748-4EB9-43A0C5D233B6}"/>
                    </a:ext>
                  </a:extLst>
                </p:cNvPr>
                <p:cNvCxnSpPr/>
                <p:nvPr/>
              </p:nvCxnSpPr>
              <p:spPr>
                <a:xfrm rot="10800000" flipV="1">
                  <a:off x="6995336" y="3933367"/>
                  <a:ext cx="1688832" cy="1472010"/>
                </a:xfrm>
                <a:prstGeom prst="bentConnector3">
                  <a:avLst>
                    <a:gd name="adj1" fmla="val 654"/>
                  </a:avLst>
                </a:prstGeom>
                <a:ln>
                  <a:tailEnd type="triangle"/>
                </a:ln>
              </p:spPr>
              <p:style>
                <a:lnRef idx="2">
                  <a:schemeClr val="dk1"/>
                </a:lnRef>
                <a:fillRef idx="0">
                  <a:schemeClr val="dk1"/>
                </a:fillRef>
                <a:effectRef idx="1">
                  <a:schemeClr val="dk1"/>
                </a:effectRef>
                <a:fontRef idx="minor">
                  <a:schemeClr val="tx1"/>
                </a:fontRef>
              </p:style>
            </p:cxnSp>
            <mc:AlternateContent xmlns:mc="http://schemas.openxmlformats.org/markup-compatibility/2006" xmlns:a14="http://schemas.microsoft.com/office/drawing/2010/main">
              <mc:Choice Requires="a14">
                <p:sp>
                  <p:nvSpPr>
                    <p:cNvPr id="33" name="テキスト ボックス 32">
                      <a:extLst>
                        <a:ext uri="{FF2B5EF4-FFF2-40B4-BE49-F238E27FC236}">
                          <a16:creationId xmlns:a16="http://schemas.microsoft.com/office/drawing/2014/main" id="{DF80E100-C5AF-8E0E-0A05-67E3AE962492}"/>
                        </a:ext>
                      </a:extLst>
                    </p:cNvPr>
                    <p:cNvSpPr txBox="1"/>
                    <p:nvPr/>
                  </p:nvSpPr>
                  <p:spPr>
                    <a:xfrm>
                      <a:off x="8381703" y="3586482"/>
                      <a:ext cx="561500" cy="298415"/>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𝑢</m:t>
                                </m:r>
                              </m:e>
                              <m:sub>
                                <m:r>
                                  <a:rPr kumimoji="1" lang="en-US" altLang="ja-JP" b="0" i="1" smtClean="0">
                                    <a:latin typeface="Cambria Math" panose="02040503050406030204" pitchFamily="18" charset="0"/>
                                  </a:rPr>
                                  <m:t>𝑚𝑝𝑐</m:t>
                                </m:r>
                              </m:sub>
                            </m:sSub>
                          </m:oMath>
                        </m:oMathPara>
                      </a14:m>
                      <a:endParaRPr kumimoji="1" lang="ja-JP" altLang="en-US"/>
                    </a:p>
                  </p:txBody>
                </p:sp>
              </mc:Choice>
              <mc:Fallback xmlns="">
                <p:sp>
                  <p:nvSpPr>
                    <p:cNvPr id="33" name="テキスト ボックス 32">
                      <a:extLst>
                        <a:ext uri="{FF2B5EF4-FFF2-40B4-BE49-F238E27FC236}">
                          <a16:creationId xmlns:a16="http://schemas.microsoft.com/office/drawing/2014/main" id="{DF80E100-C5AF-8E0E-0A05-67E3AE962492}"/>
                        </a:ext>
                      </a:extLst>
                    </p:cNvPr>
                    <p:cNvSpPr txBox="1">
                      <a:spLocks noRot="1" noChangeAspect="1" noMove="1" noResize="1" noEditPoints="1" noAdjustHandles="1" noChangeArrowheads="1" noChangeShapeType="1" noTextEdit="1"/>
                    </p:cNvSpPr>
                    <p:nvPr/>
                  </p:nvSpPr>
                  <p:spPr>
                    <a:xfrm>
                      <a:off x="8381703" y="3586482"/>
                      <a:ext cx="561500" cy="298415"/>
                    </a:xfrm>
                    <a:prstGeom prst="rect">
                      <a:avLst/>
                    </a:prstGeom>
                    <a:blipFill>
                      <a:blip r:embed="rId5"/>
                      <a:stretch>
                        <a:fillRect l="-4444" r="-2222" b="-1600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4" name="テキスト ボックス 33">
                      <a:extLst>
                        <a:ext uri="{FF2B5EF4-FFF2-40B4-BE49-F238E27FC236}">
                          <a16:creationId xmlns:a16="http://schemas.microsoft.com/office/drawing/2014/main" id="{0601B682-AA34-2309-B1B9-3365FBCB14FD}"/>
                        </a:ext>
                      </a:extLst>
                    </p:cNvPr>
                    <p:cNvSpPr txBox="1"/>
                    <p:nvPr/>
                  </p:nvSpPr>
                  <p:spPr>
                    <a:xfrm>
                      <a:off x="11490686" y="3656368"/>
                      <a:ext cx="221727"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kumimoji="1" lang="en-US" altLang="ja-JP" b="0" i="1" smtClean="0">
                                <a:latin typeface="Cambria Math" panose="02040503050406030204" pitchFamily="18" charset="0"/>
                              </a:rPr>
                              <m:t>𝐺</m:t>
                            </m:r>
                          </m:oMath>
                        </m:oMathPara>
                      </a14:m>
                      <a:endParaRPr kumimoji="1" lang="ja-JP" altLang="en-US"/>
                    </a:p>
                  </p:txBody>
                </p:sp>
              </mc:Choice>
              <mc:Fallback xmlns="">
                <p:sp>
                  <p:nvSpPr>
                    <p:cNvPr id="34" name="テキスト ボックス 33">
                      <a:extLst>
                        <a:ext uri="{FF2B5EF4-FFF2-40B4-BE49-F238E27FC236}">
                          <a16:creationId xmlns:a16="http://schemas.microsoft.com/office/drawing/2014/main" id="{0601B682-AA34-2309-B1B9-3365FBCB14FD}"/>
                        </a:ext>
                      </a:extLst>
                    </p:cNvPr>
                    <p:cNvSpPr txBox="1">
                      <a:spLocks noRot="1" noChangeAspect="1" noMove="1" noResize="1" noEditPoints="1" noAdjustHandles="1" noChangeArrowheads="1" noChangeShapeType="1" noTextEdit="1"/>
                    </p:cNvSpPr>
                    <p:nvPr/>
                  </p:nvSpPr>
                  <p:spPr>
                    <a:xfrm>
                      <a:off x="11490686" y="3656368"/>
                      <a:ext cx="221727" cy="276999"/>
                    </a:xfrm>
                    <a:prstGeom prst="rect">
                      <a:avLst/>
                    </a:prstGeom>
                    <a:blipFill>
                      <a:blip r:embed="rId6"/>
                      <a:stretch>
                        <a:fillRect l="-22222" r="-16667" b="-8696"/>
                      </a:stretch>
                    </a:blipFill>
                  </p:spPr>
                  <p:txBody>
                    <a:bodyPr/>
                    <a:lstStyle/>
                    <a:p>
                      <a:r>
                        <a:rPr lang="ja-JP" altLang="en-US">
                          <a:noFill/>
                        </a:rPr>
                        <a:t> </a:t>
                      </a:r>
                    </a:p>
                  </p:txBody>
                </p:sp>
              </mc:Fallback>
            </mc:AlternateContent>
            <p:cxnSp>
              <p:nvCxnSpPr>
                <p:cNvPr id="35" name="カギ線コネクタ 34">
                  <a:extLst>
                    <a:ext uri="{FF2B5EF4-FFF2-40B4-BE49-F238E27FC236}">
                      <a16:creationId xmlns:a16="http://schemas.microsoft.com/office/drawing/2014/main" id="{7240ACBB-94F6-041B-55FC-30FB6FE7B6CB}"/>
                    </a:ext>
                  </a:extLst>
                </p:cNvPr>
                <p:cNvCxnSpPr/>
                <p:nvPr/>
              </p:nvCxnSpPr>
              <p:spPr>
                <a:xfrm rot="10800000">
                  <a:off x="2244780" y="4522090"/>
                  <a:ext cx="2993900" cy="916761"/>
                </a:xfrm>
                <a:prstGeom prst="bentConnector3">
                  <a:avLst>
                    <a:gd name="adj1" fmla="val 115337"/>
                  </a:avLst>
                </a:prstGeom>
                <a:ln>
                  <a:tailEnd type="triangle"/>
                </a:ln>
              </p:spPr>
              <p:style>
                <a:lnRef idx="2">
                  <a:schemeClr val="dk1"/>
                </a:lnRef>
                <a:fillRef idx="0">
                  <a:schemeClr val="dk1"/>
                </a:fillRef>
                <a:effectRef idx="1">
                  <a:schemeClr val="dk1"/>
                </a:effectRef>
                <a:fontRef idx="minor">
                  <a:schemeClr val="tx1"/>
                </a:fontRef>
              </p:style>
            </p:cxnSp>
            <p:cxnSp>
              <p:nvCxnSpPr>
                <p:cNvPr id="36" name="直線矢印コネクタ 35">
                  <a:extLst>
                    <a:ext uri="{FF2B5EF4-FFF2-40B4-BE49-F238E27FC236}">
                      <a16:creationId xmlns:a16="http://schemas.microsoft.com/office/drawing/2014/main" id="{93A409DF-4AB9-47E1-26DC-007822F7C9A1}"/>
                    </a:ext>
                  </a:extLst>
                </p:cNvPr>
                <p:cNvCxnSpPr/>
                <p:nvPr/>
              </p:nvCxnSpPr>
              <p:spPr>
                <a:xfrm>
                  <a:off x="10126767" y="1296365"/>
                  <a:ext cx="0" cy="2251586"/>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37" name="直線矢印コネクタ 36">
                  <a:extLst>
                    <a:ext uri="{FF2B5EF4-FFF2-40B4-BE49-F238E27FC236}">
                      <a16:creationId xmlns:a16="http://schemas.microsoft.com/office/drawing/2014/main" id="{D6E16A70-C23F-9261-3194-139D7EC5DDBC}"/>
                    </a:ext>
                  </a:extLst>
                </p:cNvPr>
                <p:cNvCxnSpPr>
                  <a:endCxn id="25" idx="3"/>
                </p:cNvCxnSpPr>
                <p:nvPr/>
              </p:nvCxnSpPr>
              <p:spPr>
                <a:xfrm flipH="1">
                  <a:off x="6665170" y="2298932"/>
                  <a:ext cx="3461597"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38" name="円/楕円 37">
                  <a:extLst>
                    <a:ext uri="{FF2B5EF4-FFF2-40B4-BE49-F238E27FC236}">
                      <a16:creationId xmlns:a16="http://schemas.microsoft.com/office/drawing/2014/main" id="{E7459E71-6B15-73E0-D38B-B15414D6226D}"/>
                    </a:ext>
                  </a:extLst>
                </p:cNvPr>
                <p:cNvSpPr/>
                <p:nvPr/>
              </p:nvSpPr>
              <p:spPr>
                <a:xfrm>
                  <a:off x="10090768" y="2262931"/>
                  <a:ext cx="72000" cy="72001"/>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cxnSp>
              <p:nvCxnSpPr>
                <p:cNvPr id="39" name="カギ線コネクタ 38">
                  <a:extLst>
                    <a:ext uri="{FF2B5EF4-FFF2-40B4-BE49-F238E27FC236}">
                      <a16:creationId xmlns:a16="http://schemas.microsoft.com/office/drawing/2014/main" id="{080572E4-D6EF-9ABA-6F57-E1438F2CE662}"/>
                    </a:ext>
                  </a:extLst>
                </p:cNvPr>
                <p:cNvCxnSpPr>
                  <a:cxnSpLocks/>
                </p:cNvCxnSpPr>
                <p:nvPr/>
              </p:nvCxnSpPr>
              <p:spPr>
                <a:xfrm rot="10800000" flipH="1" flipV="1">
                  <a:off x="4712321" y="2398933"/>
                  <a:ext cx="526358" cy="3471948"/>
                </a:xfrm>
                <a:prstGeom prst="bentConnector4">
                  <a:avLst>
                    <a:gd name="adj1" fmla="val -618644"/>
                    <a:gd name="adj2" fmla="val 100062"/>
                  </a:avLst>
                </a:prstGeom>
                <a:ln>
                  <a:tailEnd type="triangle"/>
                </a:ln>
              </p:spPr>
              <p:style>
                <a:lnRef idx="2">
                  <a:schemeClr val="dk1"/>
                </a:lnRef>
                <a:fillRef idx="0">
                  <a:schemeClr val="dk1"/>
                </a:fillRef>
                <a:effectRef idx="1">
                  <a:schemeClr val="dk1"/>
                </a:effectRef>
                <a:fontRef idx="minor">
                  <a:schemeClr val="tx1"/>
                </a:fontRef>
              </p:style>
            </p:cxnSp>
            <p:cxnSp>
              <p:nvCxnSpPr>
                <p:cNvPr id="40" name="直線矢印コネクタ 39">
                  <a:extLst>
                    <a:ext uri="{FF2B5EF4-FFF2-40B4-BE49-F238E27FC236}">
                      <a16:creationId xmlns:a16="http://schemas.microsoft.com/office/drawing/2014/main" id="{F4698661-56F8-0B7A-BDFE-34E66376FE41}"/>
                    </a:ext>
                  </a:extLst>
                </p:cNvPr>
                <p:cNvCxnSpPr/>
                <p:nvPr/>
              </p:nvCxnSpPr>
              <p:spPr>
                <a:xfrm>
                  <a:off x="1453480" y="4076528"/>
                  <a:ext cx="791299"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41" name="直線矢印コネクタ 40">
                  <a:extLst>
                    <a:ext uri="{FF2B5EF4-FFF2-40B4-BE49-F238E27FC236}">
                      <a16:creationId xmlns:a16="http://schemas.microsoft.com/office/drawing/2014/main" id="{8B67CF56-C791-6AC6-B07D-7A2F81D18C0A}"/>
                    </a:ext>
                  </a:extLst>
                </p:cNvPr>
                <p:cNvCxnSpPr>
                  <a:stCxn id="24" idx="3"/>
                </p:cNvCxnSpPr>
                <p:nvPr/>
              </p:nvCxnSpPr>
              <p:spPr>
                <a:xfrm>
                  <a:off x="11224459" y="3933367"/>
                  <a:ext cx="754181"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42" name="直線矢印コネクタ 41">
                  <a:extLst>
                    <a:ext uri="{FF2B5EF4-FFF2-40B4-BE49-F238E27FC236}">
                      <a16:creationId xmlns:a16="http://schemas.microsoft.com/office/drawing/2014/main" id="{9C6A71AD-4A07-9694-67BD-C738C6A619AE}"/>
                    </a:ext>
                  </a:extLst>
                </p:cNvPr>
                <p:cNvCxnSpPr/>
                <p:nvPr/>
              </p:nvCxnSpPr>
              <p:spPr>
                <a:xfrm>
                  <a:off x="666370" y="3614840"/>
                  <a:ext cx="1574219"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mc:AlternateContent xmlns:mc="http://schemas.openxmlformats.org/markup-compatibility/2006" xmlns:a14="http://schemas.microsoft.com/office/drawing/2010/main">
              <mc:Choice Requires="a14">
                <p:sp>
                  <p:nvSpPr>
                    <p:cNvPr id="43" name="テキスト ボックス 42">
                      <a:extLst>
                        <a:ext uri="{FF2B5EF4-FFF2-40B4-BE49-F238E27FC236}">
                          <a16:creationId xmlns:a16="http://schemas.microsoft.com/office/drawing/2014/main" id="{271074BB-5BA5-35AE-C09C-069887E2FF41}"/>
                        </a:ext>
                      </a:extLst>
                    </p:cNvPr>
                    <p:cNvSpPr txBox="1"/>
                    <p:nvPr/>
                  </p:nvSpPr>
                  <p:spPr>
                    <a:xfrm>
                      <a:off x="4956521" y="5166843"/>
                      <a:ext cx="177933"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m:rPr>
                                <m:sty m:val="p"/>
                              </m:rPr>
                              <a:rPr kumimoji="1" lang="en-US" altLang="ja-JP" b="0" i="1" smtClean="0">
                                <a:latin typeface="Cambria Math" panose="02040503050406030204" pitchFamily="18" charset="0"/>
                              </a:rPr>
                              <m:t>x</m:t>
                            </m:r>
                            <m:r>
                              <a:rPr kumimoji="1" lang="en-US" altLang="ja-JP" b="0" i="1" smtClean="0">
                                <a:latin typeface="Cambria Math" panose="02040503050406030204" pitchFamily="18" charset="0"/>
                              </a:rPr>
                              <m:t>̂</m:t>
                            </m:r>
                          </m:oMath>
                        </m:oMathPara>
                      </a14:m>
                      <a:endParaRPr kumimoji="1" lang="ja-JP" altLang="en-US"/>
                    </a:p>
                  </p:txBody>
                </p:sp>
              </mc:Choice>
              <mc:Fallback xmlns="">
                <p:sp>
                  <p:nvSpPr>
                    <p:cNvPr id="43" name="テキスト ボックス 42">
                      <a:extLst>
                        <a:ext uri="{FF2B5EF4-FFF2-40B4-BE49-F238E27FC236}">
                          <a16:creationId xmlns:a16="http://schemas.microsoft.com/office/drawing/2014/main" id="{271074BB-5BA5-35AE-C09C-069887E2FF41}"/>
                        </a:ext>
                      </a:extLst>
                    </p:cNvPr>
                    <p:cNvSpPr txBox="1">
                      <a:spLocks noRot="1" noChangeAspect="1" noMove="1" noResize="1" noEditPoints="1" noAdjustHandles="1" noChangeArrowheads="1" noChangeShapeType="1" noTextEdit="1"/>
                    </p:cNvSpPr>
                    <p:nvPr/>
                  </p:nvSpPr>
                  <p:spPr>
                    <a:xfrm>
                      <a:off x="4956521" y="5166843"/>
                      <a:ext cx="177933" cy="276999"/>
                    </a:xfrm>
                    <a:prstGeom prst="rect">
                      <a:avLst/>
                    </a:prstGeom>
                    <a:blipFill>
                      <a:blip r:embed="rId7"/>
                      <a:stretch>
                        <a:fillRect l="-33333" r="-20000" b="-8696"/>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44" name="テキスト ボックス 43">
                      <a:extLst>
                        <a:ext uri="{FF2B5EF4-FFF2-40B4-BE49-F238E27FC236}">
                          <a16:creationId xmlns:a16="http://schemas.microsoft.com/office/drawing/2014/main" id="{2FB85A9F-8801-B5D7-8938-A23C403B926F}"/>
                        </a:ext>
                      </a:extLst>
                    </p:cNvPr>
                    <p:cNvSpPr txBox="1"/>
                    <p:nvPr/>
                  </p:nvSpPr>
                  <p:spPr>
                    <a:xfrm>
                      <a:off x="717023" y="3237572"/>
                      <a:ext cx="501035" cy="29924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𝐺</m:t>
                                </m:r>
                              </m:e>
                              <m:sub>
                                <m:r>
                                  <a:rPr kumimoji="1" lang="en-US" altLang="ja-JP" b="0" i="1" smtClean="0">
                                    <a:latin typeface="Cambria Math" panose="02040503050406030204" pitchFamily="18" charset="0"/>
                                  </a:rPr>
                                  <m:t>𝑟𝑒𝑓</m:t>
                                </m:r>
                              </m:sub>
                            </m:sSub>
                          </m:oMath>
                        </m:oMathPara>
                      </a14:m>
                      <a:endParaRPr kumimoji="1" lang="ja-JP" altLang="en-US"/>
                    </a:p>
                  </p:txBody>
                </p:sp>
              </mc:Choice>
              <mc:Fallback xmlns="">
                <p:sp>
                  <p:nvSpPr>
                    <p:cNvPr id="44" name="テキスト ボックス 43">
                      <a:extLst>
                        <a:ext uri="{FF2B5EF4-FFF2-40B4-BE49-F238E27FC236}">
                          <a16:creationId xmlns:a16="http://schemas.microsoft.com/office/drawing/2014/main" id="{2FB85A9F-8801-B5D7-8938-A23C403B926F}"/>
                        </a:ext>
                      </a:extLst>
                    </p:cNvPr>
                    <p:cNvSpPr txBox="1">
                      <a:spLocks noRot="1" noChangeAspect="1" noMove="1" noResize="1" noEditPoints="1" noAdjustHandles="1" noChangeArrowheads="1" noChangeShapeType="1" noTextEdit="1"/>
                    </p:cNvSpPr>
                    <p:nvPr/>
                  </p:nvSpPr>
                  <p:spPr>
                    <a:xfrm>
                      <a:off x="717023" y="3237572"/>
                      <a:ext cx="501035" cy="299249"/>
                    </a:xfrm>
                    <a:prstGeom prst="rect">
                      <a:avLst/>
                    </a:prstGeom>
                    <a:blipFill>
                      <a:blip r:embed="rId8"/>
                      <a:stretch>
                        <a:fillRect l="-10000" r="-5000" b="-25000"/>
                      </a:stretch>
                    </a:blipFill>
                  </p:spPr>
                  <p:txBody>
                    <a:bodyPr/>
                    <a:lstStyle/>
                    <a:p>
                      <a:r>
                        <a:rPr lang="ja-JP" altLang="en-US">
                          <a:noFill/>
                        </a:rPr>
                        <a:t> </a:t>
                      </a:r>
                    </a:p>
                  </p:txBody>
                </p:sp>
              </mc:Fallback>
            </mc:AlternateContent>
          </p:grpSp>
        </p:grpSp>
        <p:sp>
          <p:nvSpPr>
            <p:cNvPr id="53" name="角丸四角形 52">
              <a:extLst>
                <a:ext uri="{FF2B5EF4-FFF2-40B4-BE49-F238E27FC236}">
                  <a16:creationId xmlns:a16="http://schemas.microsoft.com/office/drawing/2014/main" id="{668605BC-1486-19E7-0A15-9427259D9092}"/>
                </a:ext>
              </a:extLst>
            </p:cNvPr>
            <p:cNvSpPr/>
            <p:nvPr/>
          </p:nvSpPr>
          <p:spPr>
            <a:xfrm>
              <a:off x="22317528" y="7362413"/>
              <a:ext cx="2275368" cy="956930"/>
            </a:xfrm>
            <a:prstGeom prst="roundRect">
              <a:avLst/>
            </a:prstGeom>
            <a:noFill/>
            <a:ln w="6032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01" name="グループ化 300">
            <a:extLst>
              <a:ext uri="{FF2B5EF4-FFF2-40B4-BE49-F238E27FC236}">
                <a16:creationId xmlns:a16="http://schemas.microsoft.com/office/drawing/2014/main" id="{1FA2A13E-31B3-3C9E-8FE5-B6B2E2A88C67}"/>
              </a:ext>
            </a:extLst>
          </p:cNvPr>
          <p:cNvGrpSpPr/>
          <p:nvPr/>
        </p:nvGrpSpPr>
        <p:grpSpPr>
          <a:xfrm>
            <a:off x="494350" y="9360077"/>
            <a:ext cx="29340000" cy="8573811"/>
            <a:chOff x="494350" y="8811437"/>
            <a:chExt cx="29340000" cy="8573811"/>
          </a:xfrm>
        </p:grpSpPr>
        <p:sp>
          <p:nvSpPr>
            <p:cNvPr id="95" name="正方形/長方形 94">
              <a:extLst>
                <a:ext uri="{FF2B5EF4-FFF2-40B4-BE49-F238E27FC236}">
                  <a16:creationId xmlns:a16="http://schemas.microsoft.com/office/drawing/2014/main" id="{1165A60C-9357-D476-021C-E04828F07CD3}"/>
                </a:ext>
              </a:extLst>
            </p:cNvPr>
            <p:cNvSpPr>
              <a:spLocks/>
            </p:cNvSpPr>
            <p:nvPr/>
          </p:nvSpPr>
          <p:spPr>
            <a:xfrm>
              <a:off x="494350" y="8811437"/>
              <a:ext cx="29340000" cy="8573811"/>
            </a:xfrm>
            <a:prstGeom prst="rect">
              <a:avLst/>
            </a:prstGeom>
            <a:solidFill>
              <a:schemeClr val="bg1"/>
            </a:solidFill>
            <a:ln w="127000">
              <a:solidFill>
                <a:schemeClr val="tx2"/>
              </a:solidFill>
              <a:extLst>
                <a:ext uri="{C807C97D-BFC1-408E-A445-0C87EB9F89A2}">
                  <ask:lineSketchStyleProps xmlns:ask="http://schemas.microsoft.com/office/drawing/2018/sketchyshapes" sd="981765707">
                    <a:custGeom>
                      <a:avLst/>
                      <a:gdLst>
                        <a:gd name="connsiteX0" fmla="*/ 0 w 27965400"/>
                        <a:gd name="connsiteY0" fmla="*/ 0 h 5715000"/>
                        <a:gd name="connsiteX1" fmla="*/ 27965400 w 27965400"/>
                        <a:gd name="connsiteY1" fmla="*/ 0 h 5715000"/>
                        <a:gd name="connsiteX2" fmla="*/ 27965400 w 27965400"/>
                        <a:gd name="connsiteY2" fmla="*/ 5715000 h 5715000"/>
                        <a:gd name="connsiteX3" fmla="*/ 0 w 27965400"/>
                        <a:gd name="connsiteY3" fmla="*/ 5715000 h 5715000"/>
                        <a:gd name="connsiteX4" fmla="*/ 0 w 27965400"/>
                        <a:gd name="connsiteY4" fmla="*/ 0 h 5715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965400" h="5715000" fill="none" extrusionOk="0">
                          <a:moveTo>
                            <a:pt x="0" y="0"/>
                          </a:moveTo>
                          <a:cubicBezTo>
                            <a:pt x="12822961" y="-33775"/>
                            <a:pt x="23266028" y="138873"/>
                            <a:pt x="27965400" y="0"/>
                          </a:cubicBezTo>
                          <a:cubicBezTo>
                            <a:pt x="27891629" y="1430944"/>
                            <a:pt x="27809517" y="3154282"/>
                            <a:pt x="27965400" y="5715000"/>
                          </a:cubicBezTo>
                          <a:cubicBezTo>
                            <a:pt x="16913084" y="5577670"/>
                            <a:pt x="9222407" y="5577144"/>
                            <a:pt x="0" y="5715000"/>
                          </a:cubicBezTo>
                          <a:cubicBezTo>
                            <a:pt x="152408" y="3190664"/>
                            <a:pt x="73868" y="1414017"/>
                            <a:pt x="0" y="0"/>
                          </a:cubicBezTo>
                          <a:close/>
                        </a:path>
                        <a:path w="27965400" h="5715000" stroke="0" extrusionOk="0">
                          <a:moveTo>
                            <a:pt x="0" y="0"/>
                          </a:moveTo>
                          <a:cubicBezTo>
                            <a:pt x="6780586" y="-101487"/>
                            <a:pt x="18516925" y="-162162"/>
                            <a:pt x="27965400" y="0"/>
                          </a:cubicBezTo>
                          <a:cubicBezTo>
                            <a:pt x="28026113" y="2805299"/>
                            <a:pt x="27904328" y="3460224"/>
                            <a:pt x="27965400" y="5715000"/>
                          </a:cubicBezTo>
                          <a:cubicBezTo>
                            <a:pt x="19875670" y="5765065"/>
                            <a:pt x="9433509" y="5556551"/>
                            <a:pt x="0" y="5715000"/>
                          </a:cubicBezTo>
                          <a:cubicBezTo>
                            <a:pt x="-24452" y="3845266"/>
                            <a:pt x="-67663" y="2490616"/>
                            <a:pt x="0" y="0"/>
                          </a:cubicBezTo>
                          <a:close/>
                        </a:path>
                      </a:pathLst>
                    </a:custGeom>
                    <ask:type>
                      <ask:lineSketchNon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ja-JP" altLang="en-US" dirty="0"/>
            </a:p>
          </p:txBody>
        </p:sp>
        <p:sp>
          <p:nvSpPr>
            <p:cNvPr id="101" name="テキスト ボックス 100">
              <a:extLst>
                <a:ext uri="{FF2B5EF4-FFF2-40B4-BE49-F238E27FC236}">
                  <a16:creationId xmlns:a16="http://schemas.microsoft.com/office/drawing/2014/main" id="{31ABE525-32CD-E19C-B238-20CAB5D99340}"/>
                </a:ext>
              </a:extLst>
            </p:cNvPr>
            <p:cNvSpPr txBox="1">
              <a:spLocks/>
            </p:cNvSpPr>
            <p:nvPr/>
          </p:nvSpPr>
          <p:spPr>
            <a:xfrm>
              <a:off x="985651" y="9014822"/>
              <a:ext cx="5550323" cy="769441"/>
            </a:xfrm>
            <a:prstGeom prst="rect">
              <a:avLst/>
            </a:prstGeom>
            <a:solidFill>
              <a:schemeClr val="bg1"/>
            </a:solidFill>
          </p:spPr>
          <p:txBody>
            <a:bodyPr wrap="square" rtlCol="0">
              <a:spAutoFit/>
            </a:bodyPr>
            <a:lstStyle/>
            <a:p>
              <a:r>
                <a:rPr lang="ja-JP" altLang="en-US" sz="4400" b="1">
                  <a:solidFill>
                    <a:schemeClr val="tx2">
                      <a:lumMod val="90000"/>
                      <a:lumOff val="10000"/>
                    </a:schemeClr>
                  </a:solidFill>
                  <a:latin typeface="メイリオ" panose="020B0604030504040204" pitchFamily="50" charset="-128"/>
                  <a:ea typeface="メイリオ" panose="020B0604030504040204" pitchFamily="50" charset="-128"/>
                </a:rPr>
                <a:t>パラメータ推定まで</a:t>
              </a:r>
              <a:endParaRPr kumimoji="1" lang="ja-JP" altLang="en-US" sz="4400" b="1" dirty="0">
                <a:solidFill>
                  <a:schemeClr val="tx2">
                    <a:lumMod val="90000"/>
                    <a:lumOff val="10000"/>
                  </a:schemeClr>
                </a:solidFill>
                <a:latin typeface="メイリオ" panose="020B0604030504040204" pitchFamily="50" charset="-128"/>
                <a:ea typeface="メイリオ" panose="020B0604030504040204" pitchFamily="50" charset="-128"/>
              </a:endParaRPr>
            </a:p>
          </p:txBody>
        </p:sp>
        <p:grpSp>
          <p:nvGrpSpPr>
            <p:cNvPr id="73" name="Group 407">
              <a:extLst>
                <a:ext uri="{FF2B5EF4-FFF2-40B4-BE49-F238E27FC236}">
                  <a16:creationId xmlns:a16="http://schemas.microsoft.com/office/drawing/2014/main" id="{EA8F5996-9C0A-33FD-C573-CAB506693B02}"/>
                </a:ext>
              </a:extLst>
            </p:cNvPr>
            <p:cNvGrpSpPr/>
            <p:nvPr/>
          </p:nvGrpSpPr>
          <p:grpSpPr>
            <a:xfrm>
              <a:off x="24059383" y="9680997"/>
              <a:ext cx="5339552" cy="3468849"/>
              <a:chOff x="492246" y="2763288"/>
              <a:chExt cx="6971214" cy="3735506"/>
            </a:xfrm>
          </p:grpSpPr>
          <p:grpSp>
            <p:nvGrpSpPr>
              <p:cNvPr id="74" name="グループ化 91">
                <a:extLst>
                  <a:ext uri="{FF2B5EF4-FFF2-40B4-BE49-F238E27FC236}">
                    <a16:creationId xmlns:a16="http://schemas.microsoft.com/office/drawing/2014/main" id="{E5475270-4BC6-E888-3486-FFB8B5F946ED}"/>
                  </a:ext>
                </a:extLst>
              </p:cNvPr>
              <p:cNvGrpSpPr/>
              <p:nvPr/>
            </p:nvGrpSpPr>
            <p:grpSpPr>
              <a:xfrm>
                <a:off x="1650590" y="2897727"/>
                <a:ext cx="2636019" cy="1235034"/>
                <a:chOff x="1074479" y="1180107"/>
                <a:chExt cx="2636019" cy="1235034"/>
              </a:xfrm>
            </p:grpSpPr>
            <p:sp>
              <p:nvSpPr>
                <p:cNvPr id="93" name="角丸四角形 28">
                  <a:extLst>
                    <a:ext uri="{FF2B5EF4-FFF2-40B4-BE49-F238E27FC236}">
                      <a16:creationId xmlns:a16="http://schemas.microsoft.com/office/drawing/2014/main" id="{A99F0E0E-0B2B-4719-94B2-7FE7A46869A6}"/>
                    </a:ext>
                  </a:extLst>
                </p:cNvPr>
                <p:cNvSpPr/>
                <p:nvPr/>
              </p:nvSpPr>
              <p:spPr>
                <a:xfrm>
                  <a:off x="1074479" y="1180107"/>
                  <a:ext cx="2163040" cy="1235034"/>
                </a:xfrm>
                <a:prstGeom prst="roundRect">
                  <a:avLst/>
                </a:prstGeom>
                <a:solidFill>
                  <a:schemeClr val="bg1"/>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200"/>
                </a:p>
              </p:txBody>
            </p:sp>
            <p:sp>
              <p:nvSpPr>
                <p:cNvPr id="94" name="テキスト ボックス 93">
                  <a:extLst>
                    <a:ext uri="{FF2B5EF4-FFF2-40B4-BE49-F238E27FC236}">
                      <a16:creationId xmlns:a16="http://schemas.microsoft.com/office/drawing/2014/main" id="{92FB0167-E022-42E5-4E6D-77140D1F1813}"/>
                    </a:ext>
                  </a:extLst>
                </p:cNvPr>
                <p:cNvSpPr txBox="1"/>
                <p:nvPr/>
              </p:nvSpPr>
              <p:spPr>
                <a:xfrm>
                  <a:off x="1216679" y="1218058"/>
                  <a:ext cx="2493819" cy="551562"/>
                </a:xfrm>
                <a:prstGeom prst="rect">
                  <a:avLst/>
                </a:prstGeom>
                <a:noFill/>
              </p:spPr>
              <p:txBody>
                <a:bodyPr wrap="square" rtlCol="0">
                  <a:spAutoFit/>
                </a:bodyPr>
                <a:lstStyle/>
                <a:p>
                  <a:r>
                    <a:rPr lang="en-US" altLang="ja-JP" sz="1600" b="1" dirty="0"/>
                    <a:t>Subject (UVA/Padova Model)</a:t>
                  </a:r>
                  <a:endParaRPr lang="ja-JP" altLang="en-US" sz="1600" b="1"/>
                </a:p>
              </p:txBody>
            </p:sp>
          </p:grpSp>
          <p:sp>
            <p:nvSpPr>
              <p:cNvPr id="75" name="テキスト ボックス 93">
                <a:extLst>
                  <a:ext uri="{FF2B5EF4-FFF2-40B4-BE49-F238E27FC236}">
                    <a16:creationId xmlns:a16="http://schemas.microsoft.com/office/drawing/2014/main" id="{F83E27F6-AD73-CD0B-918A-16B41F7D1E84}"/>
                  </a:ext>
                </a:extLst>
              </p:cNvPr>
              <p:cNvSpPr txBox="1"/>
              <p:nvPr/>
            </p:nvSpPr>
            <p:spPr>
              <a:xfrm>
                <a:off x="492246" y="3030598"/>
                <a:ext cx="676700" cy="319325"/>
              </a:xfrm>
              <a:prstGeom prst="rect">
                <a:avLst/>
              </a:prstGeom>
              <a:noFill/>
            </p:spPr>
            <p:txBody>
              <a:bodyPr wrap="none" rtlCol="0">
                <a:spAutoFit/>
              </a:bodyPr>
              <a:lstStyle/>
              <a:p>
                <a:r>
                  <a:rPr lang="en-US" altLang="ja-JP" sz="1600" b="1" dirty="0"/>
                  <a:t>Input</a:t>
                </a:r>
                <a:endParaRPr lang="ja-JP" altLang="en-US" sz="1600" b="1"/>
              </a:p>
            </p:txBody>
          </p:sp>
          <p:cxnSp>
            <p:nvCxnSpPr>
              <p:cNvPr id="76" name="直線矢印コネクタ 94">
                <a:extLst>
                  <a:ext uri="{FF2B5EF4-FFF2-40B4-BE49-F238E27FC236}">
                    <a16:creationId xmlns:a16="http://schemas.microsoft.com/office/drawing/2014/main" id="{523BEA69-D7A3-7022-E735-83F21AC6B019}"/>
                  </a:ext>
                </a:extLst>
              </p:cNvPr>
              <p:cNvCxnSpPr/>
              <p:nvPr/>
            </p:nvCxnSpPr>
            <p:spPr>
              <a:xfrm>
                <a:off x="567469" y="3492262"/>
                <a:ext cx="1083120" cy="0"/>
              </a:xfrm>
              <a:prstGeom prst="straightConnector1">
                <a:avLst/>
              </a:prstGeom>
              <a:ln w="38100">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77" name="直線矢印コネクタ 99">
                <a:extLst>
                  <a:ext uri="{FF2B5EF4-FFF2-40B4-BE49-F238E27FC236}">
                    <a16:creationId xmlns:a16="http://schemas.microsoft.com/office/drawing/2014/main" id="{CB212F0B-CAAC-27D2-FAF7-FC4CDF7EF129}"/>
                  </a:ext>
                </a:extLst>
              </p:cNvPr>
              <p:cNvCxnSpPr/>
              <p:nvPr/>
            </p:nvCxnSpPr>
            <p:spPr>
              <a:xfrm>
                <a:off x="4524347" y="3592324"/>
                <a:ext cx="0" cy="1557652"/>
              </a:xfrm>
              <a:prstGeom prst="straightConnector1">
                <a:avLst/>
              </a:prstGeom>
              <a:ln w="38100">
                <a:solidFill>
                  <a:schemeClr val="tx1"/>
                </a:solidFill>
                <a:prstDash val="solid"/>
                <a:tailEnd type="triangle" w="lg" len="lg"/>
              </a:ln>
            </p:spPr>
            <p:style>
              <a:lnRef idx="2">
                <a:schemeClr val="accent1"/>
              </a:lnRef>
              <a:fillRef idx="0">
                <a:schemeClr val="accent1"/>
              </a:fillRef>
              <a:effectRef idx="1">
                <a:schemeClr val="accent1"/>
              </a:effectRef>
              <a:fontRef idx="minor">
                <a:schemeClr val="tx1"/>
              </a:fontRef>
            </p:style>
          </p:cxnSp>
          <p:cxnSp>
            <p:nvCxnSpPr>
              <p:cNvPr id="78" name="直線矢印コネクタ 103">
                <a:extLst>
                  <a:ext uri="{FF2B5EF4-FFF2-40B4-BE49-F238E27FC236}">
                    <a16:creationId xmlns:a16="http://schemas.microsoft.com/office/drawing/2014/main" id="{5BAD44D2-11EA-E83C-2238-4D70B8B2784B}"/>
                  </a:ext>
                </a:extLst>
              </p:cNvPr>
              <p:cNvCxnSpPr/>
              <p:nvPr/>
            </p:nvCxnSpPr>
            <p:spPr>
              <a:xfrm>
                <a:off x="3813630" y="3499881"/>
                <a:ext cx="1223164" cy="0"/>
              </a:xfrm>
              <a:prstGeom prst="straightConnector1">
                <a:avLst/>
              </a:prstGeom>
              <a:ln w="38100">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sp>
            <p:nvSpPr>
              <p:cNvPr id="79" name="円/楕円 111">
                <a:extLst>
                  <a:ext uri="{FF2B5EF4-FFF2-40B4-BE49-F238E27FC236}">
                    <a16:creationId xmlns:a16="http://schemas.microsoft.com/office/drawing/2014/main" id="{67F52A42-B5B4-A488-FE91-88868C14007D}"/>
                  </a:ext>
                </a:extLst>
              </p:cNvPr>
              <p:cNvSpPr/>
              <p:nvPr/>
            </p:nvSpPr>
            <p:spPr>
              <a:xfrm>
                <a:off x="4447267" y="3422801"/>
                <a:ext cx="154161" cy="154161"/>
              </a:xfrm>
              <a:prstGeom prst="ellipse">
                <a:avLst/>
              </a:prstGeom>
              <a:solidFill>
                <a:schemeClr val="tx1"/>
              </a:solidFill>
              <a:ln w="317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200"/>
              </a:p>
            </p:txBody>
          </p:sp>
          <p:cxnSp>
            <p:nvCxnSpPr>
              <p:cNvPr id="80" name="直線矢印コネクタ 130">
                <a:extLst>
                  <a:ext uri="{FF2B5EF4-FFF2-40B4-BE49-F238E27FC236}">
                    <a16:creationId xmlns:a16="http://schemas.microsoft.com/office/drawing/2014/main" id="{E2BD17BF-2FF4-FB0E-75A1-DD829A3E3F1F}"/>
                  </a:ext>
                </a:extLst>
              </p:cNvPr>
              <p:cNvCxnSpPr>
                <a:stCxn id="84" idx="2"/>
              </p:cNvCxnSpPr>
              <p:nvPr/>
            </p:nvCxnSpPr>
            <p:spPr>
              <a:xfrm>
                <a:off x="5966722" y="4589678"/>
                <a:ext cx="4143" cy="580889"/>
              </a:xfrm>
              <a:prstGeom prst="straightConnector1">
                <a:avLst/>
              </a:prstGeom>
              <a:ln w="38100">
                <a:solidFill>
                  <a:schemeClr val="tx1"/>
                </a:solidFill>
                <a:prstDash val="solid"/>
                <a:tailEnd type="triangle" w="lg" len="lg"/>
              </a:ln>
            </p:spPr>
            <p:style>
              <a:lnRef idx="2">
                <a:schemeClr val="accent1"/>
              </a:lnRef>
              <a:fillRef idx="0">
                <a:schemeClr val="accent1"/>
              </a:fillRef>
              <a:effectRef idx="1">
                <a:schemeClr val="accent1"/>
              </a:effectRef>
              <a:fontRef idx="minor">
                <a:schemeClr val="tx1"/>
              </a:fontRef>
            </p:style>
          </p:cxnSp>
          <p:grpSp>
            <p:nvGrpSpPr>
              <p:cNvPr id="81" name="グループ化 138">
                <a:extLst>
                  <a:ext uri="{FF2B5EF4-FFF2-40B4-BE49-F238E27FC236}">
                    <a16:creationId xmlns:a16="http://schemas.microsoft.com/office/drawing/2014/main" id="{B632445E-99BE-2922-2263-3C959B9B2F79}"/>
                  </a:ext>
                </a:extLst>
              </p:cNvPr>
              <p:cNvGrpSpPr/>
              <p:nvPr/>
            </p:nvGrpSpPr>
            <p:grpSpPr>
              <a:xfrm>
                <a:off x="3343067" y="5189686"/>
                <a:ext cx="3611630" cy="1309108"/>
                <a:chOff x="4289083" y="8237024"/>
                <a:chExt cx="3611630" cy="1309108"/>
              </a:xfrm>
            </p:grpSpPr>
            <p:grpSp>
              <p:nvGrpSpPr>
                <p:cNvPr id="88" name="グループ化 139">
                  <a:extLst>
                    <a:ext uri="{FF2B5EF4-FFF2-40B4-BE49-F238E27FC236}">
                      <a16:creationId xmlns:a16="http://schemas.microsoft.com/office/drawing/2014/main" id="{4E81C779-A14A-8E96-3B30-591CC666BA08}"/>
                    </a:ext>
                  </a:extLst>
                </p:cNvPr>
                <p:cNvGrpSpPr/>
                <p:nvPr/>
              </p:nvGrpSpPr>
              <p:grpSpPr>
                <a:xfrm>
                  <a:off x="4289083" y="8237024"/>
                  <a:ext cx="3611630" cy="1309108"/>
                  <a:chOff x="4289083" y="8260008"/>
                  <a:chExt cx="3611630" cy="1309108"/>
                </a:xfrm>
              </p:grpSpPr>
              <p:sp>
                <p:nvSpPr>
                  <p:cNvPr id="90" name="角丸四角形 141">
                    <a:extLst>
                      <a:ext uri="{FF2B5EF4-FFF2-40B4-BE49-F238E27FC236}">
                        <a16:creationId xmlns:a16="http://schemas.microsoft.com/office/drawing/2014/main" id="{F88A7DC7-9541-1750-A2F0-53448EA3E71B}"/>
                      </a:ext>
                    </a:extLst>
                  </p:cNvPr>
                  <p:cNvSpPr/>
                  <p:nvPr/>
                </p:nvSpPr>
                <p:spPr>
                  <a:xfrm>
                    <a:off x="4289083" y="8260008"/>
                    <a:ext cx="3490927" cy="1309108"/>
                  </a:xfrm>
                  <a:prstGeom prst="roundRect">
                    <a:avLst/>
                  </a:prstGeom>
                  <a:solidFill>
                    <a:schemeClr val="bg1"/>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200"/>
                  </a:p>
                </p:txBody>
              </p:sp>
              <p:sp>
                <p:nvSpPr>
                  <p:cNvPr id="91" name="テキスト ボックス 142">
                    <a:extLst>
                      <a:ext uri="{FF2B5EF4-FFF2-40B4-BE49-F238E27FC236}">
                        <a16:creationId xmlns:a16="http://schemas.microsoft.com/office/drawing/2014/main" id="{39A1B983-7A83-2BD8-07A4-BA11755EC1FB}"/>
                      </a:ext>
                    </a:extLst>
                  </p:cNvPr>
                  <p:cNvSpPr txBox="1"/>
                  <p:nvPr/>
                </p:nvSpPr>
                <p:spPr>
                  <a:xfrm>
                    <a:off x="4473674" y="8294099"/>
                    <a:ext cx="3427039" cy="319325"/>
                  </a:xfrm>
                  <a:prstGeom prst="rect">
                    <a:avLst/>
                  </a:prstGeom>
                  <a:noFill/>
                </p:spPr>
                <p:txBody>
                  <a:bodyPr wrap="square" rtlCol="0">
                    <a:spAutoFit/>
                  </a:bodyPr>
                  <a:lstStyle/>
                  <a:p>
                    <a:r>
                      <a:rPr lang="en-US" altLang="ja-JP" sz="1600" b="1" dirty="0"/>
                      <a:t>Parameter Estimation</a:t>
                    </a:r>
                    <a:endParaRPr lang="ja-JP" altLang="en-US" sz="1600" b="1"/>
                  </a:p>
                </p:txBody>
              </p:sp>
              <p:sp>
                <p:nvSpPr>
                  <p:cNvPr id="92" name="角丸四角形 143">
                    <a:extLst>
                      <a:ext uri="{FF2B5EF4-FFF2-40B4-BE49-F238E27FC236}">
                        <a16:creationId xmlns:a16="http://schemas.microsoft.com/office/drawing/2014/main" id="{14BA2FD9-486B-862A-0B3A-CCC3BE33AF03}"/>
                      </a:ext>
                    </a:extLst>
                  </p:cNvPr>
                  <p:cNvSpPr/>
                  <p:nvPr/>
                </p:nvSpPr>
                <p:spPr>
                  <a:xfrm>
                    <a:off x="4694198" y="8776287"/>
                    <a:ext cx="2718860" cy="659537"/>
                  </a:xfrm>
                  <a:prstGeom prst="round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200"/>
                  </a:p>
                </p:txBody>
              </p:sp>
            </p:grpSp>
            <p:sp>
              <p:nvSpPr>
                <p:cNvPr id="89" name="テキスト ボックス 140">
                  <a:extLst>
                    <a:ext uri="{FF2B5EF4-FFF2-40B4-BE49-F238E27FC236}">
                      <a16:creationId xmlns:a16="http://schemas.microsoft.com/office/drawing/2014/main" id="{3CDBFD8A-88A1-6461-B435-063AFEBB2662}"/>
                    </a:ext>
                  </a:extLst>
                </p:cNvPr>
                <p:cNvSpPr txBox="1"/>
                <p:nvPr/>
              </p:nvSpPr>
              <p:spPr>
                <a:xfrm>
                  <a:off x="5328057" y="8863648"/>
                  <a:ext cx="1666516" cy="319325"/>
                </a:xfrm>
                <a:prstGeom prst="rect">
                  <a:avLst/>
                </a:prstGeom>
                <a:noFill/>
              </p:spPr>
              <p:txBody>
                <a:bodyPr wrap="square" rtlCol="0">
                  <a:spAutoFit/>
                </a:bodyPr>
                <a:lstStyle/>
                <a:p>
                  <a:r>
                    <a:rPr lang="en-US" altLang="ja-JP" sz="1600" b="1" dirty="0"/>
                    <a:t>SSOGMM</a:t>
                  </a:r>
                  <a:endParaRPr lang="ja-JP" altLang="en-US" sz="1600" b="1"/>
                </a:p>
              </p:txBody>
            </p:sp>
          </p:grpSp>
          <p:cxnSp>
            <p:nvCxnSpPr>
              <p:cNvPr id="82" name="直線矢印コネクタ 144">
                <a:extLst>
                  <a:ext uri="{FF2B5EF4-FFF2-40B4-BE49-F238E27FC236}">
                    <a16:creationId xmlns:a16="http://schemas.microsoft.com/office/drawing/2014/main" id="{DEFBA734-7591-F707-A1D2-10025BEF8B4A}"/>
                  </a:ext>
                </a:extLst>
              </p:cNvPr>
              <p:cNvCxnSpPr/>
              <p:nvPr/>
            </p:nvCxnSpPr>
            <p:spPr>
              <a:xfrm>
                <a:off x="6833995" y="5844240"/>
                <a:ext cx="629465" cy="0"/>
              </a:xfrm>
              <a:prstGeom prst="straightConnector1">
                <a:avLst/>
              </a:prstGeom>
              <a:ln w="38100">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83" name="テキスト ボックス 145">
                    <a:extLst>
                      <a:ext uri="{FF2B5EF4-FFF2-40B4-BE49-F238E27FC236}">
                        <a16:creationId xmlns:a16="http://schemas.microsoft.com/office/drawing/2014/main" id="{DB26A18C-1A52-2FD2-5227-B28BC4798634}"/>
                      </a:ext>
                    </a:extLst>
                  </p:cNvPr>
                  <p:cNvSpPr txBox="1"/>
                  <p:nvPr/>
                </p:nvSpPr>
                <p:spPr>
                  <a:xfrm>
                    <a:off x="7061851" y="5446978"/>
                    <a:ext cx="253992" cy="2322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p>
                            <m:sSupPr>
                              <m:ctrlPr>
                                <a:rPr lang="en-US" altLang="ja-JP" sz="1600" i="1">
                                  <a:latin typeface="Cambria Math" panose="02040503050406030204" pitchFamily="18" charset="0"/>
                                </a:rPr>
                              </m:ctrlPr>
                            </m:sSupPr>
                            <m:e>
                              <m:r>
                                <a:rPr lang="en-US" altLang="ja-JP" sz="1600" i="1">
                                  <a:latin typeface="Cambria Math" panose="02040503050406030204" pitchFamily="18" charset="0"/>
                                </a:rPr>
                                <m:t>𝜃</m:t>
                              </m:r>
                            </m:e>
                            <m:sup>
                              <m:r>
                                <a:rPr lang="en-US" altLang="ja-JP" sz="1600" i="1">
                                  <a:latin typeface="Cambria Math" panose="02040503050406030204" pitchFamily="18" charset="0"/>
                                </a:rPr>
                                <m:t>∗</m:t>
                              </m:r>
                            </m:sup>
                          </m:sSup>
                        </m:oMath>
                      </m:oMathPara>
                    </a14:m>
                    <a:endParaRPr lang="ja-JP" altLang="en-US" sz="1600"/>
                  </a:p>
                </p:txBody>
              </p:sp>
            </mc:Choice>
            <mc:Fallback xmlns="">
              <p:sp>
                <p:nvSpPr>
                  <p:cNvPr id="20" name="テキスト ボックス 145">
                    <a:extLst>
                      <a:ext uri="{FF2B5EF4-FFF2-40B4-BE49-F238E27FC236}">
                        <a16:creationId xmlns:a16="http://schemas.microsoft.com/office/drawing/2014/main" id="{F3904DB0-02CE-39DD-9744-DD3D00569253}"/>
                      </a:ext>
                    </a:extLst>
                  </p:cNvPr>
                  <p:cNvSpPr txBox="1">
                    <a:spLocks noRot="1" noChangeAspect="1" noMove="1" noResize="1" noEditPoints="1" noAdjustHandles="1" noChangeArrowheads="1" noChangeShapeType="1" noTextEdit="1"/>
                  </p:cNvSpPr>
                  <p:nvPr/>
                </p:nvSpPr>
                <p:spPr>
                  <a:xfrm>
                    <a:off x="7061851" y="5446978"/>
                    <a:ext cx="253992" cy="232236"/>
                  </a:xfrm>
                  <a:prstGeom prst="rect">
                    <a:avLst/>
                  </a:prstGeom>
                  <a:blipFill>
                    <a:blip r:embed="rId18"/>
                    <a:stretch>
                      <a:fillRect l="-40000" r="-26667" b="-22222"/>
                    </a:stretch>
                  </a:blipFill>
                </p:spPr>
                <p:txBody>
                  <a:bodyPr/>
                  <a:lstStyle/>
                  <a:p>
                    <a:r>
                      <a:rPr lang="ja-JP" altLang="en-US">
                        <a:noFill/>
                      </a:rPr>
                      <a:t> </a:t>
                    </a:r>
                  </a:p>
                </p:txBody>
              </p:sp>
            </mc:Fallback>
          </mc:AlternateContent>
          <p:sp>
            <p:nvSpPr>
              <p:cNvPr id="84" name="角丸四角形 168">
                <a:extLst>
                  <a:ext uri="{FF2B5EF4-FFF2-40B4-BE49-F238E27FC236}">
                    <a16:creationId xmlns:a16="http://schemas.microsoft.com/office/drawing/2014/main" id="{B70AE3C7-7D1C-57B4-3352-A25BE2435F33}"/>
                  </a:ext>
                </a:extLst>
              </p:cNvPr>
              <p:cNvSpPr/>
              <p:nvPr/>
            </p:nvSpPr>
            <p:spPr>
              <a:xfrm>
                <a:off x="5045235" y="2763288"/>
                <a:ext cx="1842973" cy="1826390"/>
              </a:xfrm>
              <a:prstGeom prst="roundRect">
                <a:avLst/>
              </a:prstGeom>
              <a:solidFill>
                <a:schemeClr val="bg1"/>
              </a:solidFill>
              <a:ln w="38100">
                <a:solidFill>
                  <a:schemeClr val="tx1"/>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200"/>
              </a:p>
            </p:txBody>
          </p:sp>
          <p:sp>
            <p:nvSpPr>
              <p:cNvPr id="85" name="テキスト ボックス 169">
                <a:extLst>
                  <a:ext uri="{FF2B5EF4-FFF2-40B4-BE49-F238E27FC236}">
                    <a16:creationId xmlns:a16="http://schemas.microsoft.com/office/drawing/2014/main" id="{BC633504-64C9-4AC1-F1DF-2D45BA9482A8}"/>
                  </a:ext>
                </a:extLst>
              </p:cNvPr>
              <p:cNvSpPr txBox="1"/>
              <p:nvPr/>
            </p:nvSpPr>
            <p:spPr>
              <a:xfrm>
                <a:off x="5193632" y="3199429"/>
                <a:ext cx="1897657" cy="609621"/>
              </a:xfrm>
              <a:prstGeom prst="rect">
                <a:avLst/>
              </a:prstGeom>
              <a:noFill/>
            </p:spPr>
            <p:txBody>
              <a:bodyPr wrap="square">
                <a:spAutoFit/>
              </a:bodyPr>
              <a:lstStyle/>
              <a:p>
                <a:r>
                  <a:rPr lang="en-US" altLang="ja-JP" b="1" dirty="0"/>
                  <a:t>Mode </a:t>
                </a:r>
                <a:br>
                  <a:rPr lang="en-US" altLang="ja-JP" b="1" dirty="0"/>
                </a:br>
                <a:r>
                  <a:rPr lang="en-US" altLang="ja-JP" b="1" dirty="0"/>
                  <a:t>Estimator</a:t>
                </a:r>
                <a:endParaRPr lang="ja-JP" altLang="en-US"/>
              </a:p>
            </p:txBody>
          </p:sp>
          <p:sp>
            <p:nvSpPr>
              <p:cNvPr id="86" name="テキスト ボックス 93">
                <a:extLst>
                  <a:ext uri="{FF2B5EF4-FFF2-40B4-BE49-F238E27FC236}">
                    <a16:creationId xmlns:a16="http://schemas.microsoft.com/office/drawing/2014/main" id="{7D0674CF-2BA3-5D9C-7014-88E811F49BE3}"/>
                  </a:ext>
                </a:extLst>
              </p:cNvPr>
              <p:cNvSpPr txBox="1"/>
              <p:nvPr/>
            </p:nvSpPr>
            <p:spPr>
              <a:xfrm>
                <a:off x="3801038" y="3005609"/>
                <a:ext cx="949710" cy="319325"/>
              </a:xfrm>
              <a:prstGeom prst="rect">
                <a:avLst/>
              </a:prstGeom>
              <a:noFill/>
            </p:spPr>
            <p:txBody>
              <a:bodyPr wrap="none" rtlCol="0">
                <a:spAutoFit/>
              </a:bodyPr>
              <a:lstStyle/>
              <a:p>
                <a:r>
                  <a:rPr lang="en-US" altLang="ja-JP" sz="1600" b="1" dirty="0"/>
                  <a:t>Glucose</a:t>
                </a:r>
                <a:endParaRPr lang="ja-JP" altLang="en-US" sz="1600" b="1"/>
              </a:p>
            </p:txBody>
          </p:sp>
          <p:sp>
            <p:nvSpPr>
              <p:cNvPr id="87" name="テキスト ボックス 93">
                <a:extLst>
                  <a:ext uri="{FF2B5EF4-FFF2-40B4-BE49-F238E27FC236}">
                    <a16:creationId xmlns:a16="http://schemas.microsoft.com/office/drawing/2014/main" id="{295DD4A3-87C9-EEEC-9967-249C0C84DAB4}"/>
                  </a:ext>
                </a:extLst>
              </p:cNvPr>
              <p:cNvSpPr txBox="1"/>
              <p:nvPr/>
            </p:nvSpPr>
            <p:spPr>
              <a:xfrm>
                <a:off x="6080291" y="4649290"/>
                <a:ext cx="716578" cy="319325"/>
              </a:xfrm>
              <a:prstGeom prst="rect">
                <a:avLst/>
              </a:prstGeom>
              <a:noFill/>
            </p:spPr>
            <p:txBody>
              <a:bodyPr wrap="none" rtlCol="0">
                <a:spAutoFit/>
              </a:bodyPr>
              <a:lstStyle/>
              <a:p>
                <a:r>
                  <a:rPr lang="en-US" altLang="ja-JP" sz="1600" b="1" dirty="0"/>
                  <a:t>Mode</a:t>
                </a:r>
                <a:endParaRPr lang="ja-JP" altLang="en-US" sz="1600" b="1"/>
              </a:p>
            </p:txBody>
          </p:sp>
        </p:grpSp>
        <p:grpSp>
          <p:nvGrpSpPr>
            <p:cNvPr id="54" name="グループ化 53">
              <a:extLst>
                <a:ext uri="{FF2B5EF4-FFF2-40B4-BE49-F238E27FC236}">
                  <a16:creationId xmlns:a16="http://schemas.microsoft.com/office/drawing/2014/main" id="{046FA8C1-4481-619E-D63F-5C0B63F23E0A}"/>
                </a:ext>
              </a:extLst>
            </p:cNvPr>
            <p:cNvGrpSpPr/>
            <p:nvPr/>
          </p:nvGrpSpPr>
          <p:grpSpPr>
            <a:xfrm>
              <a:off x="9623109" y="14712258"/>
              <a:ext cx="4965764" cy="2235341"/>
              <a:chOff x="3366485" y="2537524"/>
              <a:chExt cx="6798741" cy="1850606"/>
            </a:xfrm>
          </p:grpSpPr>
          <p:sp>
            <p:nvSpPr>
              <p:cNvPr id="55" name="正方形/長方形 54">
                <a:extLst>
                  <a:ext uri="{FF2B5EF4-FFF2-40B4-BE49-F238E27FC236}">
                    <a16:creationId xmlns:a16="http://schemas.microsoft.com/office/drawing/2014/main" id="{E7072605-BAD7-AB83-4CE4-D69068BA7B6E}"/>
                  </a:ext>
                </a:extLst>
              </p:cNvPr>
              <p:cNvSpPr/>
              <p:nvPr/>
            </p:nvSpPr>
            <p:spPr>
              <a:xfrm>
                <a:off x="4968126" y="2587535"/>
                <a:ext cx="2003863" cy="546236"/>
              </a:xfrm>
              <a:prstGeom prst="rect">
                <a:avLst/>
              </a:prstGeom>
              <a:ln w="25400"/>
            </p:spPr>
            <p:style>
              <a:lnRef idx="2">
                <a:schemeClr val="dk1"/>
              </a:lnRef>
              <a:fillRef idx="1">
                <a:schemeClr val="lt1"/>
              </a:fillRef>
              <a:effectRef idx="0">
                <a:schemeClr val="dk1"/>
              </a:effectRef>
              <a:fontRef idx="minor">
                <a:schemeClr val="dk1"/>
              </a:fontRef>
            </p:style>
            <p:txBody>
              <a:bodyPr rtlCol="0" anchor="ctr"/>
              <a:lstStyle/>
              <a:p>
                <a:pPr algn="ctr"/>
                <a:r>
                  <a:rPr kumimoji="1" lang="en-US" altLang="ja-JP" sz="1000" b="1" dirty="0">
                    <a:latin typeface="Hiragino Kaku Gothic ProN W3" panose="020B0300000000000000" pitchFamily="34" charset="-128"/>
                    <a:ea typeface="Hiragino Kaku Gothic ProN W3" panose="020B0300000000000000" pitchFamily="34" charset="-128"/>
                    <a:cs typeface="Arial" panose="020B0604020202020204" pitchFamily="34" charset="0"/>
                  </a:rPr>
                  <a:t>Gastrointestinal</a:t>
                </a:r>
              </a:p>
              <a:p>
                <a:pPr algn="ctr"/>
                <a:r>
                  <a:rPr lang="en-US" altLang="ja-JP" sz="1000" b="1" dirty="0" err="1">
                    <a:latin typeface="Hiragino Kaku Gothic ProN W3" panose="020B0300000000000000" pitchFamily="34" charset="-128"/>
                    <a:ea typeface="Hiragino Kaku Gothic ProN W3" panose="020B0300000000000000" pitchFamily="34" charset="-128"/>
                    <a:cs typeface="Arial" panose="020B0604020202020204" pitchFamily="34" charset="0"/>
                  </a:rPr>
                  <a:t>submodel</a:t>
                </a:r>
                <a:endParaRPr lang="en-US" altLang="ja-JP" sz="1000" b="1" dirty="0">
                  <a:latin typeface="Hiragino Kaku Gothic ProN W3" panose="020B0300000000000000" pitchFamily="34" charset="-128"/>
                  <a:ea typeface="Hiragino Kaku Gothic ProN W3" panose="020B0300000000000000" pitchFamily="34" charset="-128"/>
                  <a:cs typeface="Arial" panose="020B0604020202020204" pitchFamily="34" charset="0"/>
                </a:endParaRPr>
              </a:p>
              <a:p>
                <a:pPr algn="ctr"/>
                <a:r>
                  <a:rPr kumimoji="1" lang="en-US" altLang="ja-JP" sz="1000" b="1" dirty="0">
                    <a:latin typeface="Hiragino Kaku Gothic ProN W3" panose="020B0300000000000000" pitchFamily="34" charset="-128"/>
                    <a:ea typeface="Hiragino Kaku Gothic ProN W3" panose="020B0300000000000000" pitchFamily="34" charset="-128"/>
                    <a:cs typeface="Arial" panose="020B0604020202020204" pitchFamily="34" charset="0"/>
                  </a:rPr>
                  <a:t>(</a:t>
                </a:r>
                <a:r>
                  <a:rPr kumimoji="1" lang="en-US" altLang="ja-JP" sz="1000" b="1" dirty="0">
                    <a:solidFill>
                      <a:srgbClr val="FF0000"/>
                    </a:solidFill>
                    <a:latin typeface="Hiragino Kaku Gothic ProN W3" panose="020B0300000000000000" pitchFamily="34" charset="-128"/>
                    <a:ea typeface="Hiragino Kaku Gothic ProN W3" panose="020B0300000000000000" pitchFamily="34" charset="-128"/>
                    <a:cs typeface="Arial" panose="020B0604020202020204" pitchFamily="34" charset="0"/>
                  </a:rPr>
                  <a:t>switched system</a:t>
                </a:r>
                <a:r>
                  <a:rPr kumimoji="1" lang="en-US" altLang="ja-JP" sz="1000" b="1" dirty="0">
                    <a:latin typeface="Hiragino Kaku Gothic ProN W3" panose="020B0300000000000000" pitchFamily="34" charset="-128"/>
                    <a:ea typeface="Hiragino Kaku Gothic ProN W3" panose="020B0300000000000000" pitchFamily="34" charset="-128"/>
                    <a:cs typeface="Arial" panose="020B0604020202020204" pitchFamily="34" charset="0"/>
                  </a:rPr>
                  <a:t>)</a:t>
                </a:r>
                <a:endParaRPr kumimoji="1" lang="ja-JP" altLang="en-US" sz="1000" b="1">
                  <a:latin typeface="Hiragino Kaku Gothic ProN W3" panose="020B0300000000000000" pitchFamily="34" charset="-128"/>
                  <a:ea typeface="Hiragino Kaku Gothic ProN W3" panose="020B0300000000000000" pitchFamily="34" charset="-128"/>
                  <a:cs typeface="Arial" panose="020B0604020202020204" pitchFamily="34" charset="0"/>
                </a:endParaRPr>
              </a:p>
            </p:txBody>
          </p:sp>
          <p:sp>
            <p:nvSpPr>
              <p:cNvPr id="56" name="正方形/長方形 55">
                <a:extLst>
                  <a:ext uri="{FF2B5EF4-FFF2-40B4-BE49-F238E27FC236}">
                    <a16:creationId xmlns:a16="http://schemas.microsoft.com/office/drawing/2014/main" id="{C1D5531A-7AC2-02DD-2E18-723593CA130D}"/>
                  </a:ext>
                </a:extLst>
              </p:cNvPr>
              <p:cNvSpPr/>
              <p:nvPr/>
            </p:nvSpPr>
            <p:spPr>
              <a:xfrm>
                <a:off x="4521301" y="3935613"/>
                <a:ext cx="2368596" cy="452517"/>
              </a:xfrm>
              <a:prstGeom prst="rect">
                <a:avLst/>
              </a:prstGeom>
              <a:ln w="25400"/>
            </p:spPr>
            <p:style>
              <a:lnRef idx="2">
                <a:schemeClr val="dk1"/>
              </a:lnRef>
              <a:fillRef idx="1">
                <a:schemeClr val="lt1"/>
              </a:fillRef>
              <a:effectRef idx="0">
                <a:schemeClr val="dk1"/>
              </a:effectRef>
              <a:fontRef idx="minor">
                <a:schemeClr val="dk1"/>
              </a:fontRef>
            </p:style>
            <p:txBody>
              <a:bodyPr rtlCol="0" anchor="ctr"/>
              <a:lstStyle/>
              <a:p>
                <a:pPr algn="ctr"/>
                <a:r>
                  <a:rPr kumimoji="1" lang="en-US" altLang="ja-JP" sz="1000" b="1" dirty="0">
                    <a:latin typeface="Hiragino Kaku Gothic ProN W3" panose="020B0300000000000000" pitchFamily="34" charset="-128"/>
                    <a:ea typeface="Hiragino Kaku Gothic ProN W3" panose="020B0300000000000000" pitchFamily="34" charset="-128"/>
                    <a:cs typeface="Arial" panose="020B0604020202020204" pitchFamily="34" charset="0"/>
                  </a:rPr>
                  <a:t>Subcutaneous</a:t>
                </a:r>
              </a:p>
              <a:p>
                <a:pPr algn="ctr"/>
                <a:r>
                  <a:rPr lang="en-US" altLang="ja-JP" sz="1000" b="1" dirty="0">
                    <a:latin typeface="Hiragino Kaku Gothic ProN W3" panose="020B0300000000000000" pitchFamily="34" charset="-128"/>
                    <a:ea typeface="Hiragino Kaku Gothic ProN W3" panose="020B0300000000000000" pitchFamily="34" charset="-128"/>
                    <a:cs typeface="Arial" panose="020B0604020202020204" pitchFamily="34" charset="0"/>
                  </a:rPr>
                  <a:t>Insulin</a:t>
                </a:r>
              </a:p>
              <a:p>
                <a:pPr algn="ctr"/>
                <a:r>
                  <a:rPr kumimoji="1" lang="en-US" altLang="ja-JP" sz="1000" b="1" dirty="0">
                    <a:latin typeface="Hiragino Kaku Gothic ProN W3" panose="020B0300000000000000" pitchFamily="34" charset="-128"/>
                    <a:ea typeface="Hiragino Kaku Gothic ProN W3" panose="020B0300000000000000" pitchFamily="34" charset="-128"/>
                    <a:cs typeface="Arial" panose="020B0604020202020204" pitchFamily="34" charset="0"/>
                  </a:rPr>
                  <a:t>Kinetic </a:t>
                </a:r>
                <a:r>
                  <a:rPr kumimoji="1" lang="en-US" altLang="ja-JP" sz="1000" b="1" dirty="0" err="1">
                    <a:latin typeface="Hiragino Kaku Gothic ProN W3" panose="020B0300000000000000" pitchFamily="34" charset="-128"/>
                    <a:ea typeface="Hiragino Kaku Gothic ProN W3" panose="020B0300000000000000" pitchFamily="34" charset="-128"/>
                    <a:cs typeface="Arial" panose="020B0604020202020204" pitchFamily="34" charset="0"/>
                  </a:rPr>
                  <a:t>submodel</a:t>
                </a:r>
                <a:endParaRPr kumimoji="1" lang="ja-JP" altLang="en-US" sz="1000" b="1">
                  <a:latin typeface="Hiragino Kaku Gothic ProN W3" panose="020B0300000000000000" pitchFamily="34" charset="-128"/>
                  <a:ea typeface="Hiragino Kaku Gothic ProN W3" panose="020B0300000000000000" pitchFamily="34" charset="-128"/>
                  <a:cs typeface="Arial" panose="020B0604020202020204" pitchFamily="34" charset="0"/>
                </a:endParaRPr>
              </a:p>
            </p:txBody>
          </p:sp>
          <p:sp>
            <p:nvSpPr>
              <p:cNvPr id="57" name="正方形/長方形 56">
                <a:extLst>
                  <a:ext uri="{FF2B5EF4-FFF2-40B4-BE49-F238E27FC236}">
                    <a16:creationId xmlns:a16="http://schemas.microsoft.com/office/drawing/2014/main" id="{40A3905C-745D-9790-8518-A82257A18640}"/>
                  </a:ext>
                </a:extLst>
              </p:cNvPr>
              <p:cNvSpPr/>
              <p:nvPr/>
            </p:nvSpPr>
            <p:spPr>
              <a:xfrm>
                <a:off x="7350268" y="3346131"/>
                <a:ext cx="1810409" cy="450135"/>
              </a:xfrm>
              <a:prstGeom prst="rect">
                <a:avLst/>
              </a:prstGeom>
              <a:ln w="25400"/>
            </p:spPr>
            <p:style>
              <a:lnRef idx="2">
                <a:schemeClr val="dk1"/>
              </a:lnRef>
              <a:fillRef idx="1">
                <a:schemeClr val="lt1"/>
              </a:fillRef>
              <a:effectRef idx="0">
                <a:schemeClr val="dk1"/>
              </a:effectRef>
              <a:fontRef idx="minor">
                <a:schemeClr val="dk1"/>
              </a:fontRef>
            </p:style>
            <p:txBody>
              <a:bodyPr rtlCol="0" anchor="ctr"/>
              <a:lstStyle/>
              <a:p>
                <a:pPr algn="ctr"/>
                <a:r>
                  <a:rPr kumimoji="1" lang="en-US" altLang="ja-JP" sz="1000" b="1" dirty="0">
                    <a:latin typeface="Hiragino Kaku Gothic ProN W3" panose="020B0300000000000000" pitchFamily="34" charset="-128"/>
                    <a:ea typeface="Hiragino Kaku Gothic ProN W3" panose="020B0300000000000000" pitchFamily="34" charset="-128"/>
                    <a:cs typeface="Arial" panose="020B0604020202020204" pitchFamily="34" charset="0"/>
                  </a:rPr>
                  <a:t>Core </a:t>
                </a:r>
                <a:r>
                  <a:rPr kumimoji="1" lang="en-US" altLang="ja-JP" sz="1000" b="1" dirty="0" err="1">
                    <a:latin typeface="Hiragino Kaku Gothic ProN W3" panose="020B0300000000000000" pitchFamily="34" charset="-128"/>
                    <a:ea typeface="Hiragino Kaku Gothic ProN W3" panose="020B0300000000000000" pitchFamily="34" charset="-128"/>
                    <a:cs typeface="Arial" panose="020B0604020202020204" pitchFamily="34" charset="0"/>
                  </a:rPr>
                  <a:t>submodel</a:t>
                </a:r>
                <a:endParaRPr kumimoji="1" lang="en-US" altLang="ja-JP" sz="1000" b="1" dirty="0">
                  <a:latin typeface="Hiragino Kaku Gothic ProN W3" panose="020B0300000000000000" pitchFamily="34" charset="-128"/>
                  <a:ea typeface="Hiragino Kaku Gothic ProN W3" panose="020B0300000000000000" pitchFamily="34" charset="-128"/>
                  <a:cs typeface="Arial" panose="020B0604020202020204" pitchFamily="34" charset="0"/>
                </a:endParaRPr>
              </a:p>
              <a:p>
                <a:pPr algn="ctr"/>
                <a:r>
                  <a:rPr lang="en-US" altLang="ja-JP" sz="1000" b="1" dirty="0">
                    <a:latin typeface="Hiragino Kaku Gothic ProN W3" panose="020B0300000000000000" pitchFamily="34" charset="-128"/>
                    <a:ea typeface="Hiragino Kaku Gothic ProN W3" panose="020B0300000000000000" pitchFamily="34" charset="-128"/>
                    <a:cs typeface="Arial" panose="020B0604020202020204" pitchFamily="34" charset="0"/>
                  </a:rPr>
                  <a:t>(Bergman model)</a:t>
                </a:r>
                <a:endParaRPr kumimoji="1" lang="ja-JP" altLang="en-US" sz="1000" b="1">
                  <a:latin typeface="Hiragino Kaku Gothic ProN W3" panose="020B0300000000000000" pitchFamily="34" charset="-128"/>
                  <a:ea typeface="Hiragino Kaku Gothic ProN W3" panose="020B0300000000000000" pitchFamily="34" charset="-128"/>
                  <a:cs typeface="Arial" panose="020B0604020202020204" pitchFamily="34" charset="0"/>
                </a:endParaRPr>
              </a:p>
            </p:txBody>
          </p:sp>
          <p:cxnSp>
            <p:nvCxnSpPr>
              <p:cNvPr id="58" name="直線矢印コネクタ 57">
                <a:extLst>
                  <a:ext uri="{FF2B5EF4-FFF2-40B4-BE49-F238E27FC236}">
                    <a16:creationId xmlns:a16="http://schemas.microsoft.com/office/drawing/2014/main" id="{B11D9A04-1E24-7449-5FA5-3BC71C24F6D6}"/>
                  </a:ext>
                </a:extLst>
              </p:cNvPr>
              <p:cNvCxnSpPr>
                <a:cxnSpLocks/>
              </p:cNvCxnSpPr>
              <p:nvPr/>
            </p:nvCxnSpPr>
            <p:spPr>
              <a:xfrm>
                <a:off x="3567434" y="2829862"/>
                <a:ext cx="1369614" cy="0"/>
              </a:xfrm>
              <a:prstGeom prst="straightConnector1">
                <a:avLst/>
              </a:prstGeom>
              <a:ln>
                <a:round/>
                <a:tailEnd type="triangle"/>
              </a:ln>
            </p:spPr>
            <p:style>
              <a:lnRef idx="2">
                <a:schemeClr val="dk1"/>
              </a:lnRef>
              <a:fillRef idx="0">
                <a:schemeClr val="dk1"/>
              </a:fillRef>
              <a:effectRef idx="1">
                <a:schemeClr val="dk1"/>
              </a:effectRef>
              <a:fontRef idx="minor">
                <a:schemeClr val="tx1"/>
              </a:fontRef>
            </p:style>
          </p:cxnSp>
          <mc:AlternateContent xmlns:mc="http://schemas.openxmlformats.org/markup-compatibility/2006">
            <mc:Choice xmlns:a14="http://schemas.microsoft.com/office/drawing/2010/main" Requires="a14">
              <p:sp>
                <p:nvSpPr>
                  <p:cNvPr id="59" name="テキスト ボックス 58">
                    <a:extLst>
                      <a:ext uri="{FF2B5EF4-FFF2-40B4-BE49-F238E27FC236}">
                        <a16:creationId xmlns:a16="http://schemas.microsoft.com/office/drawing/2014/main" id="{6D56E9E6-2342-DF77-6FF7-20D58B57BD56}"/>
                      </a:ext>
                    </a:extLst>
                  </p:cNvPr>
                  <p:cNvSpPr txBox="1"/>
                  <p:nvPr/>
                </p:nvSpPr>
                <p:spPr>
                  <a:xfrm>
                    <a:off x="3483269" y="2565382"/>
                    <a:ext cx="812338" cy="21658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sz="1100" i="1" smtClean="0">
                                  <a:latin typeface="Cambria Math" panose="02040503050406030204" pitchFamily="18" charset="0"/>
                                </a:rPr>
                              </m:ctrlPr>
                            </m:sSubPr>
                            <m:e>
                              <m:r>
                                <a:rPr kumimoji="1" lang="en-US" altLang="ja-JP" sz="1100" b="0" i="1" smtClean="0">
                                  <a:latin typeface="Cambria Math" panose="02040503050406030204" pitchFamily="18" charset="0"/>
                                </a:rPr>
                                <m:t>𝑑</m:t>
                              </m:r>
                            </m:e>
                            <m:sub>
                              <m:r>
                                <a:rPr kumimoji="1" lang="en-US" altLang="ja-JP" sz="1100" b="0" i="1" smtClean="0">
                                  <a:latin typeface="Cambria Math" panose="02040503050406030204" pitchFamily="18" charset="0"/>
                                </a:rPr>
                                <m:t>𝑚𝑒𝑎𝑙</m:t>
                              </m:r>
                            </m:sub>
                          </m:sSub>
                        </m:oMath>
                      </m:oMathPara>
                    </a14:m>
                    <a:endParaRPr kumimoji="1" lang="ja-JP" altLang="en-US" sz="1100"/>
                  </a:p>
                </p:txBody>
              </p:sp>
            </mc:Choice>
            <mc:Fallback>
              <p:sp>
                <p:nvSpPr>
                  <p:cNvPr id="59" name="テキスト ボックス 58">
                    <a:extLst>
                      <a:ext uri="{FF2B5EF4-FFF2-40B4-BE49-F238E27FC236}">
                        <a16:creationId xmlns:a16="http://schemas.microsoft.com/office/drawing/2014/main" id="{6D56E9E6-2342-DF77-6FF7-20D58B57BD56}"/>
                      </a:ext>
                    </a:extLst>
                  </p:cNvPr>
                  <p:cNvSpPr txBox="1">
                    <a:spLocks noRot="1" noChangeAspect="1" noMove="1" noResize="1" noEditPoints="1" noAdjustHandles="1" noChangeArrowheads="1" noChangeShapeType="1" noTextEdit="1"/>
                  </p:cNvSpPr>
                  <p:nvPr/>
                </p:nvSpPr>
                <p:spPr>
                  <a:xfrm>
                    <a:off x="3483269" y="2565382"/>
                    <a:ext cx="812338" cy="216583"/>
                  </a:xfrm>
                  <a:prstGeom prst="rect">
                    <a:avLst/>
                  </a:prstGeom>
                  <a:blipFill>
                    <a:blip r:embed="rId19"/>
                    <a:stretch>
                      <a:fillRect/>
                    </a:stretch>
                  </a:blipFill>
                </p:spPr>
                <p:txBody>
                  <a:bodyPr/>
                  <a:lstStyle/>
                  <a:p>
                    <a:r>
                      <a:rPr lang="ja-JP" altLang="en-US">
                        <a:noFill/>
                      </a:rPr>
                      <a:t> </a:t>
                    </a:r>
                  </a:p>
                </p:txBody>
              </p:sp>
            </mc:Fallback>
          </mc:AlternateContent>
          <p:cxnSp>
            <p:nvCxnSpPr>
              <p:cNvPr id="60" name="カギ線コネクタ 59">
                <a:extLst>
                  <a:ext uri="{FF2B5EF4-FFF2-40B4-BE49-F238E27FC236}">
                    <a16:creationId xmlns:a16="http://schemas.microsoft.com/office/drawing/2014/main" id="{30710F11-AB5E-DFC9-EE2E-0E1651009C96}"/>
                  </a:ext>
                </a:extLst>
              </p:cNvPr>
              <p:cNvCxnSpPr>
                <a:cxnSpLocks/>
                <a:stCxn id="55" idx="3"/>
                <a:endCxn id="57" idx="0"/>
              </p:cNvCxnSpPr>
              <p:nvPr/>
            </p:nvCxnSpPr>
            <p:spPr>
              <a:xfrm>
                <a:off x="6971989" y="2860653"/>
                <a:ext cx="1283484" cy="485478"/>
              </a:xfrm>
              <a:prstGeom prst="bentConnector2">
                <a:avLst/>
              </a:prstGeom>
              <a:ln>
                <a:tailEnd type="triangle"/>
              </a:ln>
            </p:spPr>
            <p:style>
              <a:lnRef idx="2">
                <a:schemeClr val="dk1"/>
              </a:lnRef>
              <a:fillRef idx="0">
                <a:schemeClr val="dk1"/>
              </a:fillRef>
              <a:effectRef idx="1">
                <a:schemeClr val="dk1"/>
              </a:effectRef>
              <a:fontRef idx="minor">
                <a:schemeClr val="tx1"/>
              </a:fontRef>
            </p:style>
          </p:cxnSp>
          <p:cxnSp>
            <p:nvCxnSpPr>
              <p:cNvPr id="61" name="カギ線コネクタ 60">
                <a:extLst>
                  <a:ext uri="{FF2B5EF4-FFF2-40B4-BE49-F238E27FC236}">
                    <a16:creationId xmlns:a16="http://schemas.microsoft.com/office/drawing/2014/main" id="{D73E586E-47FA-D9CB-33D0-B4E24682397D}"/>
                  </a:ext>
                </a:extLst>
              </p:cNvPr>
              <p:cNvCxnSpPr>
                <a:cxnSpLocks/>
                <a:stCxn id="56" idx="3"/>
                <a:endCxn id="57" idx="2"/>
              </p:cNvCxnSpPr>
              <p:nvPr/>
            </p:nvCxnSpPr>
            <p:spPr>
              <a:xfrm flipV="1">
                <a:off x="6889897" y="3796266"/>
                <a:ext cx="1365577" cy="365605"/>
              </a:xfrm>
              <a:prstGeom prst="bentConnector2">
                <a:avLst/>
              </a:prstGeom>
              <a:ln>
                <a:tailEnd type="triangle"/>
              </a:ln>
            </p:spPr>
            <p:style>
              <a:lnRef idx="2">
                <a:schemeClr val="dk1"/>
              </a:lnRef>
              <a:fillRef idx="0">
                <a:schemeClr val="dk1"/>
              </a:fillRef>
              <a:effectRef idx="1">
                <a:schemeClr val="dk1"/>
              </a:effectRef>
              <a:fontRef idx="minor">
                <a:schemeClr val="tx1"/>
              </a:fontRef>
            </p:style>
          </p:cxnSp>
          <mc:AlternateContent xmlns:mc="http://schemas.openxmlformats.org/markup-compatibility/2006">
            <mc:Choice xmlns:a14="http://schemas.microsoft.com/office/drawing/2010/main" Requires="a14">
              <p:sp>
                <p:nvSpPr>
                  <p:cNvPr id="62" name="テキスト ボックス 61">
                    <a:extLst>
                      <a:ext uri="{FF2B5EF4-FFF2-40B4-BE49-F238E27FC236}">
                        <a16:creationId xmlns:a16="http://schemas.microsoft.com/office/drawing/2014/main" id="{AFB13473-AECD-22C3-F0CD-EEA0D237464E}"/>
                      </a:ext>
                    </a:extLst>
                  </p:cNvPr>
                  <p:cNvSpPr txBox="1"/>
                  <p:nvPr/>
                </p:nvSpPr>
                <p:spPr>
                  <a:xfrm>
                    <a:off x="7567841" y="2537524"/>
                    <a:ext cx="513346" cy="21658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sz="1100" i="1" smtClean="0">
                                  <a:latin typeface="Cambria Math" panose="02040503050406030204" pitchFamily="18" charset="0"/>
                                </a:rPr>
                              </m:ctrlPr>
                            </m:sSubPr>
                            <m:e>
                              <m:r>
                                <a:rPr kumimoji="1" lang="en-US" altLang="ja-JP" sz="1100" b="0" i="1" smtClean="0">
                                  <a:latin typeface="Cambria Math" panose="02040503050406030204" pitchFamily="18" charset="0"/>
                                </a:rPr>
                                <m:t>𝑅</m:t>
                              </m:r>
                            </m:e>
                            <m:sub>
                              <m:r>
                                <a:rPr kumimoji="1" lang="en-US" altLang="ja-JP" sz="1100" b="0" i="1" smtClean="0">
                                  <a:latin typeface="Cambria Math" panose="02040503050406030204" pitchFamily="18" charset="0"/>
                                </a:rPr>
                                <m:t>𝑎</m:t>
                              </m:r>
                            </m:sub>
                          </m:sSub>
                        </m:oMath>
                      </m:oMathPara>
                    </a14:m>
                    <a:endParaRPr kumimoji="1" lang="ja-JP" altLang="en-US" sz="1100"/>
                  </a:p>
                </p:txBody>
              </p:sp>
            </mc:Choice>
            <mc:Fallback>
              <p:sp>
                <p:nvSpPr>
                  <p:cNvPr id="62" name="テキスト ボックス 61">
                    <a:extLst>
                      <a:ext uri="{FF2B5EF4-FFF2-40B4-BE49-F238E27FC236}">
                        <a16:creationId xmlns:a16="http://schemas.microsoft.com/office/drawing/2014/main" id="{AFB13473-AECD-22C3-F0CD-EEA0D237464E}"/>
                      </a:ext>
                    </a:extLst>
                  </p:cNvPr>
                  <p:cNvSpPr txBox="1">
                    <a:spLocks noRot="1" noChangeAspect="1" noMove="1" noResize="1" noEditPoints="1" noAdjustHandles="1" noChangeArrowheads="1" noChangeShapeType="1" noTextEdit="1"/>
                  </p:cNvSpPr>
                  <p:nvPr/>
                </p:nvSpPr>
                <p:spPr>
                  <a:xfrm>
                    <a:off x="7567841" y="2537524"/>
                    <a:ext cx="513346" cy="216583"/>
                  </a:xfrm>
                  <a:prstGeom prst="rect">
                    <a:avLst/>
                  </a:prstGeom>
                  <a:blipFill>
                    <a:blip r:embed="rId20"/>
                    <a:stretch>
                      <a:fillRect/>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63" name="テキスト ボックス 62">
                    <a:extLst>
                      <a:ext uri="{FF2B5EF4-FFF2-40B4-BE49-F238E27FC236}">
                        <a16:creationId xmlns:a16="http://schemas.microsoft.com/office/drawing/2014/main" id="{528612F8-DB7D-DE61-56A3-23FB68F0A1C0}"/>
                      </a:ext>
                    </a:extLst>
                  </p:cNvPr>
                  <p:cNvSpPr txBox="1"/>
                  <p:nvPr/>
                </p:nvSpPr>
                <p:spPr>
                  <a:xfrm>
                    <a:off x="7619628" y="3984791"/>
                    <a:ext cx="345864" cy="21658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kumimoji="1" lang="en-US" altLang="ja-JP" sz="1100" b="0" i="1" smtClean="0">
                              <a:latin typeface="Cambria Math" panose="02040503050406030204" pitchFamily="18" charset="0"/>
                            </a:rPr>
                            <m:t>𝐼</m:t>
                          </m:r>
                        </m:oMath>
                      </m:oMathPara>
                    </a14:m>
                    <a:endParaRPr kumimoji="1" lang="ja-JP" altLang="en-US" sz="1100"/>
                  </a:p>
                </p:txBody>
              </p:sp>
            </mc:Choice>
            <mc:Fallback>
              <p:sp>
                <p:nvSpPr>
                  <p:cNvPr id="63" name="テキスト ボックス 62">
                    <a:extLst>
                      <a:ext uri="{FF2B5EF4-FFF2-40B4-BE49-F238E27FC236}">
                        <a16:creationId xmlns:a16="http://schemas.microsoft.com/office/drawing/2014/main" id="{528612F8-DB7D-DE61-56A3-23FB68F0A1C0}"/>
                      </a:ext>
                    </a:extLst>
                  </p:cNvPr>
                  <p:cNvSpPr txBox="1">
                    <a:spLocks noRot="1" noChangeAspect="1" noMove="1" noResize="1" noEditPoints="1" noAdjustHandles="1" noChangeArrowheads="1" noChangeShapeType="1" noTextEdit="1"/>
                  </p:cNvSpPr>
                  <p:nvPr/>
                </p:nvSpPr>
                <p:spPr>
                  <a:xfrm>
                    <a:off x="7619628" y="3984791"/>
                    <a:ext cx="345864" cy="216583"/>
                  </a:xfrm>
                  <a:prstGeom prst="rect">
                    <a:avLst/>
                  </a:prstGeom>
                  <a:blipFill>
                    <a:blip r:embed="rId21"/>
                    <a:stretch>
                      <a:fillRect/>
                    </a:stretch>
                  </a:blipFill>
                </p:spPr>
                <p:txBody>
                  <a:bodyPr/>
                  <a:lstStyle/>
                  <a:p>
                    <a:r>
                      <a:rPr lang="ja-JP" altLang="en-US">
                        <a:noFill/>
                      </a:rPr>
                      <a:t> </a:t>
                    </a:r>
                  </a:p>
                </p:txBody>
              </p:sp>
            </mc:Fallback>
          </mc:AlternateContent>
          <p:cxnSp>
            <p:nvCxnSpPr>
              <p:cNvPr id="64" name="直線矢印コネクタ 63">
                <a:extLst>
                  <a:ext uri="{FF2B5EF4-FFF2-40B4-BE49-F238E27FC236}">
                    <a16:creationId xmlns:a16="http://schemas.microsoft.com/office/drawing/2014/main" id="{1E5E0C58-874C-92D3-08D7-582D6BA2CAC3}"/>
                  </a:ext>
                </a:extLst>
              </p:cNvPr>
              <p:cNvCxnSpPr>
                <a:cxnSpLocks/>
              </p:cNvCxnSpPr>
              <p:nvPr/>
            </p:nvCxnSpPr>
            <p:spPr>
              <a:xfrm>
                <a:off x="3464817" y="4187060"/>
                <a:ext cx="1095505" cy="0"/>
              </a:xfrm>
              <a:prstGeom prst="straightConnector1">
                <a:avLst/>
              </a:prstGeom>
              <a:ln>
                <a:round/>
                <a:tailEnd type="triangle"/>
              </a:ln>
            </p:spPr>
            <p:style>
              <a:lnRef idx="2">
                <a:schemeClr val="dk1"/>
              </a:lnRef>
              <a:fillRef idx="0">
                <a:schemeClr val="dk1"/>
              </a:fillRef>
              <a:effectRef idx="1">
                <a:schemeClr val="dk1"/>
              </a:effectRef>
              <a:fontRef idx="minor">
                <a:schemeClr val="tx1"/>
              </a:fontRef>
            </p:style>
          </p:cxnSp>
          <mc:AlternateContent xmlns:mc="http://schemas.openxmlformats.org/markup-compatibility/2006">
            <mc:Choice xmlns:a14="http://schemas.microsoft.com/office/drawing/2010/main" Requires="a14">
              <p:sp>
                <p:nvSpPr>
                  <p:cNvPr id="65" name="テキスト ボックス 64">
                    <a:extLst>
                      <a:ext uri="{FF2B5EF4-FFF2-40B4-BE49-F238E27FC236}">
                        <a16:creationId xmlns:a16="http://schemas.microsoft.com/office/drawing/2014/main" id="{DB1AC2A1-FFA9-4872-D2C9-308975BDEA76}"/>
                      </a:ext>
                    </a:extLst>
                  </p:cNvPr>
                  <p:cNvSpPr txBox="1"/>
                  <p:nvPr/>
                </p:nvSpPr>
                <p:spPr>
                  <a:xfrm>
                    <a:off x="3366485" y="3979049"/>
                    <a:ext cx="461859" cy="14014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sz="1100" i="1" smtClean="0">
                                  <a:latin typeface="Cambria Math" panose="02040503050406030204" pitchFamily="18" charset="0"/>
                                </a:rPr>
                              </m:ctrlPr>
                            </m:sSubPr>
                            <m:e>
                              <m:r>
                                <a:rPr kumimoji="1" lang="en-US" altLang="ja-JP" sz="1100" b="0" i="1" smtClean="0">
                                  <a:latin typeface="Cambria Math" panose="02040503050406030204" pitchFamily="18" charset="0"/>
                                </a:rPr>
                                <m:t>𝑢</m:t>
                              </m:r>
                            </m:e>
                            <m:sub>
                              <m:r>
                                <a:rPr kumimoji="1" lang="en-US" altLang="ja-JP" sz="1100" b="0" i="1" smtClean="0">
                                  <a:latin typeface="Cambria Math" panose="02040503050406030204" pitchFamily="18" charset="0"/>
                                </a:rPr>
                                <m:t>𝑖𝑛𝑠</m:t>
                              </m:r>
                            </m:sub>
                          </m:sSub>
                        </m:oMath>
                      </m:oMathPara>
                    </a14:m>
                    <a:endParaRPr kumimoji="1" lang="ja-JP" altLang="en-US" sz="1100"/>
                  </a:p>
                </p:txBody>
              </p:sp>
            </mc:Choice>
            <mc:Fallback>
              <p:sp>
                <p:nvSpPr>
                  <p:cNvPr id="65" name="テキスト ボックス 64">
                    <a:extLst>
                      <a:ext uri="{FF2B5EF4-FFF2-40B4-BE49-F238E27FC236}">
                        <a16:creationId xmlns:a16="http://schemas.microsoft.com/office/drawing/2014/main" id="{DB1AC2A1-FFA9-4872-D2C9-308975BDEA76}"/>
                      </a:ext>
                    </a:extLst>
                  </p:cNvPr>
                  <p:cNvSpPr txBox="1">
                    <a:spLocks noRot="1" noChangeAspect="1" noMove="1" noResize="1" noEditPoints="1" noAdjustHandles="1" noChangeArrowheads="1" noChangeShapeType="1" noTextEdit="1"/>
                  </p:cNvSpPr>
                  <p:nvPr/>
                </p:nvSpPr>
                <p:spPr>
                  <a:xfrm>
                    <a:off x="3366485" y="3979049"/>
                    <a:ext cx="461859" cy="140142"/>
                  </a:xfrm>
                  <a:prstGeom prst="rect">
                    <a:avLst/>
                  </a:prstGeom>
                  <a:blipFill>
                    <a:blip r:embed="rId22"/>
                    <a:stretch>
                      <a:fillRect b="-13333"/>
                    </a:stretch>
                  </a:blipFill>
                </p:spPr>
                <p:txBody>
                  <a:bodyPr/>
                  <a:lstStyle/>
                  <a:p>
                    <a:r>
                      <a:rPr lang="ja-JP" altLang="en-US">
                        <a:noFill/>
                      </a:rPr>
                      <a:t> </a:t>
                    </a:r>
                  </a:p>
                </p:txBody>
              </p:sp>
            </mc:Fallback>
          </mc:AlternateContent>
          <p:cxnSp>
            <p:nvCxnSpPr>
              <p:cNvPr id="66" name="直線矢印コネクタ 65">
                <a:extLst>
                  <a:ext uri="{FF2B5EF4-FFF2-40B4-BE49-F238E27FC236}">
                    <a16:creationId xmlns:a16="http://schemas.microsoft.com/office/drawing/2014/main" id="{8D51C55F-82D6-0922-2943-3C79AEBB302C}"/>
                  </a:ext>
                </a:extLst>
              </p:cNvPr>
              <p:cNvCxnSpPr>
                <a:cxnSpLocks/>
              </p:cNvCxnSpPr>
              <p:nvPr/>
            </p:nvCxnSpPr>
            <p:spPr>
              <a:xfrm>
                <a:off x="9170939" y="3584127"/>
                <a:ext cx="994287" cy="0"/>
              </a:xfrm>
              <a:prstGeom prst="straightConnector1">
                <a:avLst/>
              </a:prstGeom>
              <a:ln>
                <a:round/>
                <a:tailEnd type="triangle"/>
              </a:ln>
            </p:spPr>
            <p:style>
              <a:lnRef idx="2">
                <a:schemeClr val="dk1"/>
              </a:lnRef>
              <a:fillRef idx="0">
                <a:schemeClr val="dk1"/>
              </a:fillRef>
              <a:effectRef idx="1">
                <a:schemeClr val="dk1"/>
              </a:effectRef>
              <a:fontRef idx="minor">
                <a:schemeClr val="tx1"/>
              </a:fontRef>
            </p:style>
          </p:cxnSp>
          <mc:AlternateContent xmlns:mc="http://schemas.openxmlformats.org/markup-compatibility/2006">
            <mc:Choice xmlns:a14="http://schemas.microsoft.com/office/drawing/2010/main" Requires="a14">
              <p:sp>
                <p:nvSpPr>
                  <p:cNvPr id="67" name="テキスト ボックス 66">
                    <a:extLst>
                      <a:ext uri="{FF2B5EF4-FFF2-40B4-BE49-F238E27FC236}">
                        <a16:creationId xmlns:a16="http://schemas.microsoft.com/office/drawing/2014/main" id="{A0604F26-475E-95AC-A46C-81388D833BAD}"/>
                      </a:ext>
                    </a:extLst>
                  </p:cNvPr>
                  <p:cNvSpPr txBox="1"/>
                  <p:nvPr/>
                </p:nvSpPr>
                <p:spPr>
                  <a:xfrm>
                    <a:off x="9594083" y="3396659"/>
                    <a:ext cx="221727" cy="14014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kumimoji="1" lang="en-US" altLang="ja-JP" sz="1100" b="0" i="1" smtClean="0">
                              <a:latin typeface="Cambria Math" panose="02040503050406030204" pitchFamily="18" charset="0"/>
                            </a:rPr>
                            <m:t>𝐺</m:t>
                          </m:r>
                        </m:oMath>
                      </m:oMathPara>
                    </a14:m>
                    <a:endParaRPr kumimoji="1" lang="ja-JP" altLang="en-US" sz="1100"/>
                  </a:p>
                </p:txBody>
              </p:sp>
            </mc:Choice>
            <mc:Fallback>
              <p:sp>
                <p:nvSpPr>
                  <p:cNvPr id="67" name="テキスト ボックス 66">
                    <a:extLst>
                      <a:ext uri="{FF2B5EF4-FFF2-40B4-BE49-F238E27FC236}">
                        <a16:creationId xmlns:a16="http://schemas.microsoft.com/office/drawing/2014/main" id="{A0604F26-475E-95AC-A46C-81388D833BAD}"/>
                      </a:ext>
                    </a:extLst>
                  </p:cNvPr>
                  <p:cNvSpPr txBox="1">
                    <a:spLocks noRot="1" noChangeAspect="1" noMove="1" noResize="1" noEditPoints="1" noAdjustHandles="1" noChangeArrowheads="1" noChangeShapeType="1" noTextEdit="1"/>
                  </p:cNvSpPr>
                  <p:nvPr/>
                </p:nvSpPr>
                <p:spPr>
                  <a:xfrm>
                    <a:off x="9594083" y="3396659"/>
                    <a:ext cx="221727" cy="140142"/>
                  </a:xfrm>
                  <a:prstGeom prst="rect">
                    <a:avLst/>
                  </a:prstGeom>
                  <a:blipFill>
                    <a:blip r:embed="rId23"/>
                    <a:stretch>
                      <a:fillRect l="-7692"/>
                    </a:stretch>
                  </a:blipFill>
                </p:spPr>
                <p:txBody>
                  <a:bodyPr/>
                  <a:lstStyle/>
                  <a:p>
                    <a:r>
                      <a:rPr lang="ja-JP" altLang="en-US">
                        <a:noFill/>
                      </a:rPr>
                      <a:t> </a:t>
                    </a:r>
                  </a:p>
                </p:txBody>
              </p:sp>
            </mc:Fallback>
          </mc:AlternateContent>
        </p:grpSp>
        <mc:AlternateContent xmlns:mc="http://schemas.openxmlformats.org/markup-compatibility/2006">
          <mc:Choice xmlns:a14="http://schemas.microsoft.com/office/drawing/2010/main" Requires="a14">
            <p:sp>
              <p:nvSpPr>
                <p:cNvPr id="68" name="TextBox 405">
                  <a:extLst>
                    <a:ext uri="{FF2B5EF4-FFF2-40B4-BE49-F238E27FC236}">
                      <a16:creationId xmlns:a16="http://schemas.microsoft.com/office/drawing/2014/main" id="{128C3838-9FFB-3854-F7DF-754E07F44FF4}"/>
                    </a:ext>
                  </a:extLst>
                </p:cNvPr>
                <p:cNvSpPr txBox="1"/>
                <p:nvPr/>
              </p:nvSpPr>
              <p:spPr>
                <a:xfrm>
                  <a:off x="15439338" y="15707654"/>
                  <a:ext cx="10908253" cy="1179105"/>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𝑥</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𝑘</m:t>
                            </m:r>
                            <m:r>
                              <a:rPr lang="en-US" sz="2400" b="0" i="1" smtClean="0">
                                <a:latin typeface="Cambria Math" panose="02040503050406030204" pitchFamily="18" charset="0"/>
                              </a:rPr>
                              <m:t>+1</m:t>
                            </m:r>
                          </m:e>
                        </m:d>
                        <m:r>
                          <a:rPr lang="en-US" sz="2400" i="1" smtClean="0">
                            <a:latin typeface="Cambria Math" panose="02040503050406030204" pitchFamily="18" charset="0"/>
                          </a:rPr>
                          <m:t>=</m:t>
                        </m:r>
                        <m:d>
                          <m:dPr>
                            <m:begChr m:val="{"/>
                            <m:endChr m:val=""/>
                            <m:ctrlPr>
                              <a:rPr lang="en-US" sz="2400" i="1" smtClean="0">
                                <a:latin typeface="Cambria Math" panose="02040503050406030204" pitchFamily="18" charset="0"/>
                              </a:rPr>
                            </m:ctrlPr>
                          </m:dPr>
                          <m:e>
                            <m:eqArr>
                              <m:eqArrPr>
                                <m:ctrlPr>
                                  <a:rPr lang="en-US" sz="2400" i="1" smtClean="0">
                                    <a:latin typeface="Cambria Math" panose="02040503050406030204" pitchFamily="18" charset="0"/>
                                  </a:rPr>
                                </m:ctrlPr>
                              </m:eqArrPr>
                              <m:e>
                                <m:r>
                                  <a:rPr lang="en-US" sz="2400" i="1" smtClean="0">
                                    <a:latin typeface="Cambria Math" panose="02040503050406030204" pitchFamily="18" charset="0"/>
                                  </a:rPr>
                                  <m:t>&amp;</m:t>
                                </m:r>
                                <m:r>
                                  <a:rPr lang="en-US" sz="2400" b="0" i="1" smtClean="0">
                                    <a:latin typeface="Cambria Math" panose="02040503050406030204" pitchFamily="18" charset="0"/>
                                  </a:rPr>
                                  <m:t>𝜓</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𝑥</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𝑘</m:t>
                                        </m:r>
                                      </m:e>
                                    </m:d>
                                    <m:r>
                                      <a:rPr lang="en-US" sz="2400" b="0" i="1" smtClean="0">
                                        <a:latin typeface="Cambria Math" panose="02040503050406030204" pitchFamily="18" charset="0"/>
                                      </a:rPr>
                                      <m:t>,</m:t>
                                    </m:r>
                                    <m:r>
                                      <a:rPr lang="en-US" sz="2400" b="0" i="1" smtClean="0">
                                        <a:latin typeface="Cambria Math" panose="02040503050406030204" pitchFamily="18" charset="0"/>
                                      </a:rPr>
                                      <m:t>𝑢</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𝑘</m:t>
                                        </m:r>
                                      </m:e>
                                    </m:d>
                                    <m:r>
                                      <a:rPr lang="en-US" sz="2400" b="0" i="1" smtClean="0">
                                        <a:latin typeface="Cambria Math" panose="02040503050406030204" pitchFamily="18" charset="0"/>
                                      </a:rPr>
                                      <m:t>,</m:t>
                                    </m:r>
                                    <m:r>
                                      <a:rPr lang="en-US" sz="2400" b="0" i="1" smtClean="0">
                                        <a:solidFill>
                                          <a:srgbClr val="C00000"/>
                                        </a:solidFill>
                                        <a:latin typeface="Cambria Math" panose="02040503050406030204" pitchFamily="18" charset="0"/>
                                      </a:rPr>
                                      <m:t>𝜃</m:t>
                                    </m:r>
                                    <m:r>
                                      <a:rPr lang="en-US" sz="2400" b="0" i="1" smtClean="0">
                                        <a:latin typeface="Cambria Math" panose="02040503050406030204" pitchFamily="18" charset="0"/>
                                      </a:rPr>
                                      <m:t>,</m:t>
                                    </m:r>
                                    <m:sSub>
                                      <m:sSubPr>
                                        <m:ctrlPr>
                                          <a:rPr lang="en-US" sz="2400" b="0" i="1" smtClean="0">
                                            <a:solidFill>
                                              <a:srgbClr val="C00000"/>
                                            </a:solidFill>
                                            <a:latin typeface="Cambria Math" panose="02040503050406030204" pitchFamily="18" charset="0"/>
                                          </a:rPr>
                                        </m:ctrlPr>
                                      </m:sSubPr>
                                      <m:e>
                                        <m:r>
                                          <a:rPr lang="en-US" sz="2400" b="0" i="1" smtClean="0">
                                            <a:solidFill>
                                              <a:srgbClr val="C00000"/>
                                            </a:solidFill>
                                            <a:latin typeface="Cambria Math" panose="02040503050406030204" pitchFamily="18" charset="0"/>
                                          </a:rPr>
                                          <m:t>𝑘</m:t>
                                        </m:r>
                                      </m:e>
                                      <m:sub>
                                        <m:r>
                                          <a:rPr lang="en-US" sz="2400" b="0" i="1" smtClean="0">
                                            <a:solidFill>
                                              <a:srgbClr val="C00000"/>
                                            </a:solidFill>
                                            <a:latin typeface="Cambria Math" panose="02040503050406030204" pitchFamily="18" charset="0"/>
                                          </a:rPr>
                                          <m:t>𝛾</m:t>
                                        </m:r>
                                        <m:r>
                                          <a:rPr lang="en-US" sz="2400" b="0" i="1" smtClean="0">
                                            <a:solidFill>
                                              <a:srgbClr val="C00000"/>
                                            </a:solidFill>
                                            <a:latin typeface="Cambria Math" panose="02040503050406030204" pitchFamily="18" charset="0"/>
                                          </a:rPr>
                                          <m:t>0</m:t>
                                        </m:r>
                                      </m:sub>
                                    </m:sSub>
                                  </m:e>
                                </m:d>
                                <m:r>
                                  <a:rPr lang="en-US" sz="2400" b="0" i="1" smtClean="0">
                                    <a:latin typeface="Cambria Math" panose="02040503050406030204" pitchFamily="18" charset="0"/>
                                  </a:rPr>
                                  <m:t>     </m:t>
                                </m:r>
                                <m:r>
                                  <m:rPr>
                                    <m:sty m:val="p"/>
                                  </m:rPr>
                                  <a:rPr lang="en-US" sz="2400" b="0" i="0" smtClean="0">
                                    <a:latin typeface="Cambria Math" panose="02040503050406030204" pitchFamily="18" charset="0"/>
                                  </a:rPr>
                                  <m:t>if</m:t>
                                </m:r>
                                <m:r>
                                  <a:rPr lang="en-US" sz="2400" b="0" i="1" smtClean="0">
                                    <a:latin typeface="Cambria Math" panose="02040503050406030204" pitchFamily="18" charset="0"/>
                                  </a:rPr>
                                  <m:t>  </m:t>
                                </m:r>
                                <m:sSub>
                                  <m:sSubPr>
                                    <m:ctrlPr>
                                      <a:rPr lang="en-US" sz="2400" b="0" i="1" smtClean="0">
                                        <a:solidFill>
                                          <a:srgbClr val="C00000"/>
                                        </a:solidFill>
                                        <a:latin typeface="Cambria Math" panose="02040503050406030204" pitchFamily="18" charset="0"/>
                                      </a:rPr>
                                    </m:ctrlPr>
                                  </m:sSubPr>
                                  <m:e>
                                    <m:r>
                                      <a:rPr lang="en-US" sz="2400" b="0" i="1" smtClean="0">
                                        <a:solidFill>
                                          <a:srgbClr val="C00000"/>
                                        </a:solidFill>
                                        <a:latin typeface="Cambria Math" panose="02040503050406030204" pitchFamily="18" charset="0"/>
                                      </a:rPr>
                                      <m:t>𝑞</m:t>
                                    </m:r>
                                  </m:e>
                                  <m:sub>
                                    <m:r>
                                      <a:rPr lang="en-US" sz="2400" b="0" i="1" smtClean="0">
                                        <a:solidFill>
                                          <a:srgbClr val="C00000"/>
                                        </a:solidFill>
                                        <a:latin typeface="Cambria Math" panose="02040503050406030204" pitchFamily="18" charset="0"/>
                                      </a:rPr>
                                      <m:t>1</m:t>
                                    </m:r>
                                  </m:sub>
                                </m:sSub>
                                <m:r>
                                  <a:rPr lang="en-US" sz="2400" b="0" i="1" smtClean="0">
                                    <a:latin typeface="Cambria Math" panose="02040503050406030204" pitchFamily="18" charset="0"/>
                                  </a:rPr>
                                  <m:t>𝐷</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𝑘</m:t>
                                    </m:r>
                                  </m:e>
                                </m:d>
                                <m:r>
                                  <a:rPr lang="en-US" sz="2400" b="0" i="1" smtClean="0">
                                    <a:latin typeface="Cambria Math" panose="02040503050406030204" pitchFamily="18" charset="0"/>
                                  </a:rPr>
                                  <m:t>≤</m:t>
                                </m:r>
                                <m:r>
                                  <a:rPr lang="en-US" sz="2400" b="0" i="1" smtClean="0">
                                    <a:latin typeface="Cambria Math" panose="02040503050406030204" pitchFamily="18" charset="0"/>
                                  </a:rPr>
                                  <m:t>𝑆𝑥</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𝑘</m:t>
                                    </m:r>
                                  </m:e>
                                </m:d>
                                <m:r>
                                  <a:rPr lang="en-US" sz="2400" b="0" i="1" smtClean="0">
                                    <a:latin typeface="Cambria Math" panose="02040503050406030204" pitchFamily="18" charset="0"/>
                                  </a:rPr>
                                  <m:t>&lt;</m:t>
                                </m:r>
                                <m:sSub>
                                  <m:sSubPr>
                                    <m:ctrlPr>
                                      <a:rPr lang="en-US" sz="2400" b="0" i="1" smtClean="0">
                                        <a:solidFill>
                                          <a:srgbClr val="C00000"/>
                                        </a:solidFill>
                                        <a:latin typeface="Cambria Math" panose="02040503050406030204" pitchFamily="18" charset="0"/>
                                      </a:rPr>
                                    </m:ctrlPr>
                                  </m:sSubPr>
                                  <m:e>
                                    <m:r>
                                      <a:rPr lang="en-US" sz="2400" b="0" i="1" smtClean="0">
                                        <a:solidFill>
                                          <a:srgbClr val="C00000"/>
                                        </a:solidFill>
                                        <a:latin typeface="Cambria Math" panose="02040503050406030204" pitchFamily="18" charset="0"/>
                                      </a:rPr>
                                      <m:t>𝑞</m:t>
                                    </m:r>
                                  </m:e>
                                  <m:sub>
                                    <m:r>
                                      <a:rPr lang="en-US" sz="2400" b="0" i="1" smtClean="0">
                                        <a:solidFill>
                                          <a:srgbClr val="C00000"/>
                                        </a:solidFill>
                                        <a:latin typeface="Cambria Math" panose="02040503050406030204" pitchFamily="18" charset="0"/>
                                      </a:rPr>
                                      <m:t>2</m:t>
                                    </m:r>
                                  </m:sub>
                                </m:sSub>
                                <m:r>
                                  <a:rPr lang="en-US" sz="2400" b="0" i="1" smtClean="0">
                                    <a:latin typeface="Cambria Math" panose="02040503050406030204" pitchFamily="18" charset="0"/>
                                  </a:rPr>
                                  <m:t>𝐷</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𝑘</m:t>
                                    </m:r>
                                  </m:e>
                                </m:d>
                                <m:r>
                                  <a:rPr lang="en-US" sz="2400" b="0" i="1" smtClean="0">
                                    <a:latin typeface="Cambria Math" panose="02040503050406030204" pitchFamily="18" charset="0"/>
                                  </a:rPr>
                                  <m:t>,</m:t>
                                </m:r>
                                <m:r>
                                  <a:rPr lang="ja-JP" altLang="en-US" sz="2400" b="0" i="1" smtClean="0">
                                    <a:latin typeface="Cambria Math" panose="02040503050406030204" pitchFamily="18" charset="0"/>
                                  </a:rPr>
                                  <m:t>　</m:t>
                                </m:r>
                                <m:r>
                                  <a:rPr lang="en-US" altLang="ja-JP" sz="2400" b="0" i="1" smtClean="0">
                                    <a:latin typeface="Cambria Math" panose="02040503050406030204" pitchFamily="18" charset="0"/>
                                  </a:rPr>
                                  <m:t>(</m:t>
                                </m:r>
                                <m:r>
                                  <m:rPr>
                                    <m:sty m:val="p"/>
                                  </m:rPr>
                                  <a:rPr lang="en-US" altLang="ja-JP" sz="2400" b="0" i="0" smtClean="0">
                                    <a:latin typeface="Cambria Math" panose="02040503050406030204" pitchFamily="18" charset="0"/>
                                  </a:rPr>
                                  <m:t>mode</m:t>
                                </m:r>
                                <m:r>
                                  <a:rPr lang="en-US" altLang="ja-JP" sz="2400" b="0" i="1" smtClean="0">
                                    <a:latin typeface="Cambria Math" panose="02040503050406030204" pitchFamily="18" charset="0"/>
                                  </a:rPr>
                                  <m:t> 0)</m:t>
                                </m:r>
                              </m:e>
                              <m:e>
                                <m:r>
                                  <a:rPr lang="en-US" sz="2400" i="1" smtClean="0">
                                    <a:latin typeface="Cambria Math" panose="02040503050406030204" pitchFamily="18" charset="0"/>
                                  </a:rPr>
                                  <m:t>&amp;</m:t>
                                </m:r>
                                <m:r>
                                  <a:rPr lang="en-US" sz="2400" b="0" i="1" smtClean="0">
                                    <a:latin typeface="Cambria Math" panose="02040503050406030204" pitchFamily="18" charset="0"/>
                                  </a:rPr>
                                  <m:t>𝜓</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𝑥</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𝑘</m:t>
                                        </m:r>
                                      </m:e>
                                    </m:d>
                                    <m:r>
                                      <a:rPr lang="en-US" sz="2400" b="0" i="1" smtClean="0">
                                        <a:latin typeface="Cambria Math" panose="02040503050406030204" pitchFamily="18" charset="0"/>
                                      </a:rPr>
                                      <m:t>,</m:t>
                                    </m:r>
                                    <m:r>
                                      <a:rPr lang="en-US" sz="2400" b="0" i="1" smtClean="0">
                                        <a:latin typeface="Cambria Math" panose="02040503050406030204" pitchFamily="18" charset="0"/>
                                      </a:rPr>
                                      <m:t>𝑢</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𝑘</m:t>
                                        </m:r>
                                      </m:e>
                                    </m:d>
                                    <m:r>
                                      <a:rPr lang="en-US" sz="2400" b="0" i="1" smtClean="0">
                                        <a:latin typeface="Cambria Math" panose="02040503050406030204" pitchFamily="18" charset="0"/>
                                      </a:rPr>
                                      <m:t>,</m:t>
                                    </m:r>
                                    <m:r>
                                      <a:rPr lang="en-US" sz="2400" b="0" i="1" smtClean="0">
                                        <a:solidFill>
                                          <a:srgbClr val="C00000"/>
                                        </a:solidFill>
                                        <a:latin typeface="Cambria Math" panose="02040503050406030204" pitchFamily="18" charset="0"/>
                                      </a:rPr>
                                      <m:t>𝜃</m:t>
                                    </m:r>
                                    <m:r>
                                      <a:rPr lang="en-US" sz="2400" b="0" i="1" smtClean="0">
                                        <a:latin typeface="Cambria Math" panose="02040503050406030204" pitchFamily="18" charset="0"/>
                                      </a:rPr>
                                      <m:t>,</m:t>
                                    </m:r>
                                    <m:sSub>
                                      <m:sSubPr>
                                        <m:ctrlPr>
                                          <a:rPr lang="en-US" sz="2400" b="0" i="1" smtClean="0">
                                            <a:solidFill>
                                              <a:srgbClr val="C00000"/>
                                            </a:solidFill>
                                            <a:latin typeface="Cambria Math" panose="02040503050406030204" pitchFamily="18" charset="0"/>
                                          </a:rPr>
                                        </m:ctrlPr>
                                      </m:sSubPr>
                                      <m:e>
                                        <m:r>
                                          <a:rPr lang="en-US" sz="2400" b="0" i="1" smtClean="0">
                                            <a:solidFill>
                                              <a:srgbClr val="C00000"/>
                                            </a:solidFill>
                                            <a:latin typeface="Cambria Math" panose="02040503050406030204" pitchFamily="18" charset="0"/>
                                          </a:rPr>
                                          <m:t>𝑘</m:t>
                                        </m:r>
                                      </m:e>
                                      <m:sub>
                                        <m:r>
                                          <a:rPr lang="en-US" sz="2400" b="0" i="1" smtClean="0">
                                            <a:solidFill>
                                              <a:srgbClr val="C00000"/>
                                            </a:solidFill>
                                            <a:latin typeface="Cambria Math" panose="02040503050406030204" pitchFamily="18" charset="0"/>
                                          </a:rPr>
                                          <m:t>𝛾</m:t>
                                        </m:r>
                                        <m:r>
                                          <a:rPr lang="en-US" sz="2400" b="0" i="1" smtClean="0">
                                            <a:solidFill>
                                              <a:srgbClr val="C00000"/>
                                            </a:solidFill>
                                            <a:latin typeface="Cambria Math" panose="02040503050406030204" pitchFamily="18" charset="0"/>
                                          </a:rPr>
                                          <m:t>1</m:t>
                                        </m:r>
                                      </m:sub>
                                    </m:sSub>
                                  </m:e>
                                </m:d>
                                <m:r>
                                  <a:rPr lang="en-US" sz="2400" b="0" i="1" smtClean="0">
                                    <a:latin typeface="Cambria Math" panose="02040503050406030204" pitchFamily="18" charset="0"/>
                                  </a:rPr>
                                  <m:t>     </m:t>
                                </m:r>
                                <m:r>
                                  <m:rPr>
                                    <m:sty m:val="p"/>
                                  </m:rPr>
                                  <a:rPr lang="en-US" sz="2400" b="0" i="0" smtClean="0">
                                    <a:latin typeface="Cambria Math" panose="02040503050406030204" pitchFamily="18" charset="0"/>
                                  </a:rPr>
                                  <m:t>otherwise</m:t>
                                </m:r>
                                <m:r>
                                  <a:rPr lang="en-US" sz="2400" b="0" i="1" smtClean="0">
                                    <a:latin typeface="Cambria Math" panose="02040503050406030204" pitchFamily="18" charset="0"/>
                                  </a:rPr>
                                  <m:t>,                                   (</m:t>
                                </m:r>
                                <m:r>
                                  <m:rPr>
                                    <m:sty m:val="p"/>
                                  </m:rPr>
                                  <a:rPr lang="en-US" sz="2400" b="0" i="0" smtClean="0">
                                    <a:latin typeface="Cambria Math" panose="02040503050406030204" pitchFamily="18" charset="0"/>
                                  </a:rPr>
                                  <m:t>mode</m:t>
                                </m:r>
                                <m:r>
                                  <a:rPr lang="en-US" sz="2400" b="0" i="1" smtClean="0">
                                    <a:latin typeface="Cambria Math" panose="02040503050406030204" pitchFamily="18" charset="0"/>
                                  </a:rPr>
                                  <m:t> 1)</m:t>
                                </m:r>
                              </m:e>
                            </m:eqArr>
                          </m:e>
                        </m:d>
                      </m:oMath>
                    </m:oMathPara>
                  </a14:m>
                  <a:endParaRPr lang="en-JP" sz="2400" dirty="0"/>
                </a:p>
              </p:txBody>
            </p:sp>
          </mc:Choice>
          <mc:Fallback>
            <p:sp>
              <p:nvSpPr>
                <p:cNvPr id="68" name="TextBox 405">
                  <a:extLst>
                    <a:ext uri="{FF2B5EF4-FFF2-40B4-BE49-F238E27FC236}">
                      <a16:creationId xmlns:a16="http://schemas.microsoft.com/office/drawing/2014/main" id="{128C3838-9FFB-3854-F7DF-754E07F44FF4}"/>
                    </a:ext>
                  </a:extLst>
                </p:cNvPr>
                <p:cNvSpPr txBox="1">
                  <a:spLocks noRot="1" noChangeAspect="1" noMove="1" noResize="1" noEditPoints="1" noAdjustHandles="1" noChangeArrowheads="1" noChangeShapeType="1" noTextEdit="1"/>
                </p:cNvSpPr>
                <p:nvPr/>
              </p:nvSpPr>
              <p:spPr>
                <a:xfrm>
                  <a:off x="15439338" y="15707654"/>
                  <a:ext cx="10908253" cy="1179105"/>
                </a:xfrm>
                <a:prstGeom prst="rect">
                  <a:avLst/>
                </a:prstGeom>
                <a:blipFill>
                  <a:blip r:embed="rId24"/>
                  <a:stretch>
                    <a:fillRect l="-2907" t="-233333" b="-331183"/>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69" name="TextBox 383">
                  <a:extLst>
                    <a:ext uri="{FF2B5EF4-FFF2-40B4-BE49-F238E27FC236}">
                      <a16:creationId xmlns:a16="http://schemas.microsoft.com/office/drawing/2014/main" id="{79FE7304-F249-43EA-A127-E84EA4DF7CA9}"/>
                    </a:ext>
                  </a:extLst>
                </p:cNvPr>
                <p:cNvSpPr txBox="1"/>
                <p:nvPr/>
              </p:nvSpPr>
              <p:spPr>
                <a:xfrm>
                  <a:off x="15886964" y="11376162"/>
                  <a:ext cx="7277836" cy="1179105"/>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𝑥</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𝑘</m:t>
                            </m:r>
                            <m:r>
                              <a:rPr lang="en-US" sz="2400" b="0" i="1" smtClean="0">
                                <a:latin typeface="Cambria Math" panose="02040503050406030204" pitchFamily="18" charset="0"/>
                              </a:rPr>
                              <m:t>+1</m:t>
                            </m:r>
                          </m:e>
                        </m:d>
                        <m:r>
                          <a:rPr lang="en-US" sz="2400" i="1" smtClean="0">
                            <a:latin typeface="Cambria Math" panose="02040503050406030204" pitchFamily="18" charset="0"/>
                          </a:rPr>
                          <m:t>=</m:t>
                        </m:r>
                        <m:d>
                          <m:dPr>
                            <m:begChr m:val="{"/>
                            <m:endChr m:val=""/>
                            <m:ctrlPr>
                              <a:rPr lang="en-US" sz="2400" i="1" smtClean="0">
                                <a:latin typeface="Cambria Math" panose="02040503050406030204" pitchFamily="18" charset="0"/>
                              </a:rPr>
                            </m:ctrlPr>
                          </m:dPr>
                          <m:e>
                            <m:eqArr>
                              <m:eqArrPr>
                                <m:ctrlPr>
                                  <a:rPr lang="en-US" sz="2400" i="1" smtClean="0">
                                    <a:latin typeface="Cambria Math" panose="02040503050406030204" pitchFamily="18" charset="0"/>
                                  </a:rPr>
                                </m:ctrlPr>
                              </m:eqArrPr>
                              <m:e>
                                <m:r>
                                  <a:rPr lang="en-US" sz="2400" i="1" smtClean="0">
                                    <a:latin typeface="Cambria Math" panose="02040503050406030204" pitchFamily="18" charset="0"/>
                                  </a:rPr>
                                  <m:t>&amp;</m:t>
                                </m:r>
                                <m:r>
                                  <a:rPr lang="en-US" sz="2400" b="0" i="1" smtClean="0">
                                    <a:latin typeface="Cambria Math" panose="02040503050406030204" pitchFamily="18" charset="0"/>
                                  </a:rPr>
                                  <m:t>𝜓</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𝑥</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𝑘</m:t>
                                        </m:r>
                                      </m:e>
                                    </m:d>
                                    <m:r>
                                      <a:rPr lang="en-US" sz="2400" b="0" i="1" smtClean="0">
                                        <a:latin typeface="Cambria Math" panose="02040503050406030204" pitchFamily="18" charset="0"/>
                                      </a:rPr>
                                      <m:t>,</m:t>
                                    </m:r>
                                    <m:r>
                                      <a:rPr lang="en-US" sz="2400" b="0" i="1" smtClean="0">
                                        <a:latin typeface="Cambria Math" panose="02040503050406030204" pitchFamily="18" charset="0"/>
                                      </a:rPr>
                                      <m:t>𝑢</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𝑘</m:t>
                                        </m:r>
                                      </m:e>
                                    </m:d>
                                    <m:r>
                                      <a:rPr lang="en-US" sz="2400" b="0" i="1" smtClean="0">
                                        <a:latin typeface="Cambria Math" panose="02040503050406030204" pitchFamily="18" charset="0"/>
                                      </a:rPr>
                                      <m:t>,</m:t>
                                    </m:r>
                                    <m:r>
                                      <a:rPr lang="en-US" sz="2400" b="0" i="1" smtClean="0">
                                        <a:solidFill>
                                          <a:srgbClr val="C00000"/>
                                        </a:solidFill>
                                        <a:latin typeface="Cambria Math" panose="02040503050406030204" pitchFamily="18" charset="0"/>
                                      </a:rPr>
                                      <m:t>𝜃</m:t>
                                    </m:r>
                                    <m:r>
                                      <a:rPr lang="en-US" sz="2400" b="0" i="1" smtClean="0">
                                        <a:latin typeface="Cambria Math" panose="02040503050406030204" pitchFamily="18" charset="0"/>
                                      </a:rPr>
                                      <m:t>,</m:t>
                                    </m:r>
                                    <m:sSub>
                                      <m:sSubPr>
                                        <m:ctrlPr>
                                          <a:rPr lang="en-US" sz="2400" b="0" i="1" smtClean="0">
                                            <a:solidFill>
                                              <a:srgbClr val="C00000"/>
                                            </a:solidFill>
                                            <a:latin typeface="Cambria Math" panose="02040503050406030204" pitchFamily="18" charset="0"/>
                                          </a:rPr>
                                        </m:ctrlPr>
                                      </m:sSubPr>
                                      <m:e>
                                        <m:r>
                                          <a:rPr lang="en-US" sz="2400" b="0" i="1" smtClean="0">
                                            <a:solidFill>
                                              <a:srgbClr val="C00000"/>
                                            </a:solidFill>
                                            <a:latin typeface="Cambria Math" panose="02040503050406030204" pitchFamily="18" charset="0"/>
                                          </a:rPr>
                                          <m:t>𝑘</m:t>
                                        </m:r>
                                      </m:e>
                                      <m:sub>
                                        <m:r>
                                          <a:rPr lang="en-US" sz="2400" b="0" i="1" smtClean="0">
                                            <a:solidFill>
                                              <a:srgbClr val="C00000"/>
                                            </a:solidFill>
                                            <a:latin typeface="Cambria Math" panose="02040503050406030204" pitchFamily="18" charset="0"/>
                                          </a:rPr>
                                          <m:t>𝛾</m:t>
                                        </m:r>
                                        <m:r>
                                          <a:rPr lang="en-US" sz="2400" b="0" i="1" smtClean="0">
                                            <a:solidFill>
                                              <a:srgbClr val="C00000"/>
                                            </a:solidFill>
                                            <a:latin typeface="Cambria Math" panose="02040503050406030204" pitchFamily="18" charset="0"/>
                                          </a:rPr>
                                          <m:t>0</m:t>
                                        </m:r>
                                      </m:sub>
                                    </m:sSub>
                                  </m:e>
                                </m:d>
                                <m:r>
                                  <a:rPr lang="en-US" sz="2400" b="0" i="1" smtClean="0">
                                    <a:latin typeface="Cambria Math" panose="02040503050406030204" pitchFamily="18" charset="0"/>
                                  </a:rPr>
                                  <m:t>     </m:t>
                                </m:r>
                                <m:r>
                                  <m:rPr>
                                    <m:sty m:val="p"/>
                                  </m:rPr>
                                  <a:rPr lang="en-US" sz="2400" b="0" i="0" smtClean="0">
                                    <a:latin typeface="Cambria Math" panose="02040503050406030204" pitchFamily="18" charset="0"/>
                                  </a:rPr>
                                  <m:t>if</m:t>
                                </m:r>
                                <m:r>
                                  <a:rPr lang="en-US" sz="2400" b="0" i="1" smtClean="0">
                                    <a:latin typeface="Cambria Math" panose="02040503050406030204" pitchFamily="18" charset="0"/>
                                  </a:rPr>
                                  <m:t>  </m:t>
                                </m:r>
                                <m:acc>
                                  <m:accPr>
                                    <m:chr m:val="̂"/>
                                    <m:ctrlPr>
                                      <a:rPr lang="en-US" sz="2400" b="0" i="1" smtClean="0">
                                        <a:latin typeface="Cambria Math" panose="02040503050406030204" pitchFamily="18" charset="0"/>
                                      </a:rPr>
                                    </m:ctrlPr>
                                  </m:accPr>
                                  <m:e>
                                    <m:r>
                                      <a:rPr lang="en-US" sz="2400" b="0" i="1" smtClean="0">
                                        <a:latin typeface="Cambria Math" panose="02040503050406030204" pitchFamily="18" charset="0"/>
                                      </a:rPr>
                                      <m:t>𝑚</m:t>
                                    </m:r>
                                  </m:e>
                                </m:acc>
                                <m:r>
                                  <a:rPr lang="en-US" sz="2400" b="0" i="1" smtClean="0">
                                    <a:latin typeface="Cambria Math" panose="02040503050406030204" pitchFamily="18" charset="0"/>
                                  </a:rPr>
                                  <m:t>(</m:t>
                                </m:r>
                                <m:r>
                                  <a:rPr lang="en-US" sz="2400" b="0" i="1" smtClean="0">
                                    <a:latin typeface="Cambria Math" panose="02040503050406030204" pitchFamily="18" charset="0"/>
                                  </a:rPr>
                                  <m:t>𝑘</m:t>
                                </m:r>
                                <m:r>
                                  <a:rPr lang="en-US" sz="2400" b="0" i="1" smtClean="0">
                                    <a:latin typeface="Cambria Math" panose="02040503050406030204" pitchFamily="18" charset="0"/>
                                  </a:rPr>
                                  <m:t>)=0</m:t>
                                </m:r>
                              </m:e>
                              <m:e>
                                <m:r>
                                  <a:rPr lang="en-US" sz="2400" i="1" smtClean="0">
                                    <a:latin typeface="Cambria Math" panose="02040503050406030204" pitchFamily="18" charset="0"/>
                                  </a:rPr>
                                  <m:t>&amp;</m:t>
                                </m:r>
                                <m:r>
                                  <a:rPr lang="en-US" sz="2400" b="0" i="1" smtClean="0">
                                    <a:latin typeface="Cambria Math" panose="02040503050406030204" pitchFamily="18" charset="0"/>
                                  </a:rPr>
                                  <m:t>𝜓</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𝑥</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𝑘</m:t>
                                        </m:r>
                                      </m:e>
                                    </m:d>
                                    <m:r>
                                      <a:rPr lang="en-US" sz="2400" b="0" i="1" smtClean="0">
                                        <a:latin typeface="Cambria Math" panose="02040503050406030204" pitchFamily="18" charset="0"/>
                                      </a:rPr>
                                      <m:t>,</m:t>
                                    </m:r>
                                    <m:r>
                                      <a:rPr lang="en-US" sz="2400" b="0" i="1" smtClean="0">
                                        <a:latin typeface="Cambria Math" panose="02040503050406030204" pitchFamily="18" charset="0"/>
                                      </a:rPr>
                                      <m:t>𝑢</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𝑘</m:t>
                                        </m:r>
                                      </m:e>
                                    </m:d>
                                    <m:r>
                                      <a:rPr lang="en-US" sz="2400" b="0" i="1" smtClean="0">
                                        <a:latin typeface="Cambria Math" panose="02040503050406030204" pitchFamily="18" charset="0"/>
                                      </a:rPr>
                                      <m:t>,</m:t>
                                    </m:r>
                                    <m:r>
                                      <a:rPr lang="en-US" sz="2400" b="0" i="1" smtClean="0">
                                        <a:solidFill>
                                          <a:srgbClr val="C00000"/>
                                        </a:solidFill>
                                        <a:latin typeface="Cambria Math" panose="02040503050406030204" pitchFamily="18" charset="0"/>
                                      </a:rPr>
                                      <m:t>𝜃</m:t>
                                    </m:r>
                                    <m:r>
                                      <a:rPr lang="en-US" sz="2400" b="0" i="1" smtClean="0">
                                        <a:latin typeface="Cambria Math" panose="02040503050406030204" pitchFamily="18" charset="0"/>
                                      </a:rPr>
                                      <m:t>,</m:t>
                                    </m:r>
                                    <m:sSub>
                                      <m:sSubPr>
                                        <m:ctrlPr>
                                          <a:rPr lang="en-US" sz="2400" b="0" i="1" smtClean="0">
                                            <a:solidFill>
                                              <a:srgbClr val="C00000"/>
                                            </a:solidFill>
                                            <a:latin typeface="Cambria Math" panose="02040503050406030204" pitchFamily="18" charset="0"/>
                                          </a:rPr>
                                        </m:ctrlPr>
                                      </m:sSubPr>
                                      <m:e>
                                        <m:r>
                                          <a:rPr lang="en-US" sz="2400" b="0" i="1" smtClean="0">
                                            <a:solidFill>
                                              <a:srgbClr val="C00000"/>
                                            </a:solidFill>
                                            <a:latin typeface="Cambria Math" panose="02040503050406030204" pitchFamily="18" charset="0"/>
                                          </a:rPr>
                                          <m:t>𝑘</m:t>
                                        </m:r>
                                      </m:e>
                                      <m:sub>
                                        <m:r>
                                          <a:rPr lang="en-US" sz="2400" b="0" i="1" smtClean="0">
                                            <a:solidFill>
                                              <a:srgbClr val="C00000"/>
                                            </a:solidFill>
                                            <a:latin typeface="Cambria Math" panose="02040503050406030204" pitchFamily="18" charset="0"/>
                                          </a:rPr>
                                          <m:t>𝛾</m:t>
                                        </m:r>
                                        <m:r>
                                          <a:rPr lang="en-US" sz="2400" b="0" i="1" smtClean="0">
                                            <a:solidFill>
                                              <a:srgbClr val="C00000"/>
                                            </a:solidFill>
                                            <a:latin typeface="Cambria Math" panose="02040503050406030204" pitchFamily="18" charset="0"/>
                                          </a:rPr>
                                          <m:t>1</m:t>
                                        </m:r>
                                      </m:sub>
                                    </m:sSub>
                                  </m:e>
                                </m:d>
                                <m:r>
                                  <a:rPr lang="en-US" sz="2400" b="0" i="1" smtClean="0">
                                    <a:latin typeface="Cambria Math" panose="02040503050406030204" pitchFamily="18" charset="0"/>
                                  </a:rPr>
                                  <m:t>     </m:t>
                                </m:r>
                                <m:r>
                                  <m:rPr>
                                    <m:sty m:val="p"/>
                                  </m:rPr>
                                  <a:rPr lang="en-US" sz="2400" b="0" i="0" smtClean="0">
                                    <a:latin typeface="Cambria Math" panose="02040503050406030204" pitchFamily="18" charset="0"/>
                                  </a:rPr>
                                  <m:t>if</m:t>
                                </m:r>
                                <m:r>
                                  <a:rPr lang="en-US" sz="2400" b="0" i="1" smtClean="0">
                                    <a:latin typeface="Cambria Math" panose="02040503050406030204" pitchFamily="18" charset="0"/>
                                  </a:rPr>
                                  <m:t>  </m:t>
                                </m:r>
                                <m:acc>
                                  <m:accPr>
                                    <m:chr m:val="̂"/>
                                    <m:ctrlPr>
                                      <a:rPr lang="en-US" sz="2400" i="1">
                                        <a:latin typeface="Cambria Math" panose="02040503050406030204" pitchFamily="18" charset="0"/>
                                      </a:rPr>
                                    </m:ctrlPr>
                                  </m:accPr>
                                  <m:e>
                                    <m:r>
                                      <a:rPr lang="en-US" sz="2400" i="1">
                                        <a:latin typeface="Cambria Math" panose="02040503050406030204" pitchFamily="18" charset="0"/>
                                      </a:rPr>
                                      <m:t>𝑚</m:t>
                                    </m:r>
                                  </m:e>
                                </m:acc>
                                <m:r>
                                  <a:rPr lang="en-US" sz="2400" i="1">
                                    <a:latin typeface="Cambria Math" panose="02040503050406030204" pitchFamily="18" charset="0"/>
                                  </a:rPr>
                                  <m:t>(</m:t>
                                </m:r>
                                <m:r>
                                  <a:rPr lang="en-US" sz="2400" i="1">
                                    <a:latin typeface="Cambria Math" panose="02040503050406030204" pitchFamily="18" charset="0"/>
                                  </a:rPr>
                                  <m:t>𝑘</m:t>
                                </m:r>
                                <m:r>
                                  <a:rPr lang="en-US" sz="2400" i="1">
                                    <a:latin typeface="Cambria Math" panose="02040503050406030204" pitchFamily="18" charset="0"/>
                                  </a:rPr>
                                  <m:t>)=1</m:t>
                                </m:r>
                              </m:e>
                            </m:eqArr>
                          </m:e>
                        </m:d>
                      </m:oMath>
                    </m:oMathPara>
                  </a14:m>
                  <a:endParaRPr lang="en-JP" sz="2000" dirty="0"/>
                </a:p>
              </p:txBody>
            </p:sp>
          </mc:Choice>
          <mc:Fallback>
            <p:sp>
              <p:nvSpPr>
                <p:cNvPr id="69" name="TextBox 383">
                  <a:extLst>
                    <a:ext uri="{FF2B5EF4-FFF2-40B4-BE49-F238E27FC236}">
                      <a16:creationId xmlns:a16="http://schemas.microsoft.com/office/drawing/2014/main" id="{79FE7304-F249-43EA-A127-E84EA4DF7CA9}"/>
                    </a:ext>
                  </a:extLst>
                </p:cNvPr>
                <p:cNvSpPr txBox="1">
                  <a:spLocks noRot="1" noChangeAspect="1" noMove="1" noResize="1" noEditPoints="1" noAdjustHandles="1" noChangeArrowheads="1" noChangeShapeType="1" noTextEdit="1"/>
                </p:cNvSpPr>
                <p:nvPr/>
              </p:nvSpPr>
              <p:spPr>
                <a:xfrm>
                  <a:off x="15886964" y="11376162"/>
                  <a:ext cx="7277836" cy="1179105"/>
                </a:xfrm>
                <a:prstGeom prst="rect">
                  <a:avLst/>
                </a:prstGeom>
                <a:blipFill>
                  <a:blip r:embed="rId25"/>
                  <a:stretch>
                    <a:fillRect l="-2783" t="-229787" b="-327660"/>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70" name="TextBox 384">
                  <a:extLst>
                    <a:ext uri="{FF2B5EF4-FFF2-40B4-BE49-F238E27FC236}">
                      <a16:creationId xmlns:a16="http://schemas.microsoft.com/office/drawing/2014/main" id="{FFF121DB-907F-895A-F6C3-DA3C6590CEEC}"/>
                    </a:ext>
                  </a:extLst>
                </p:cNvPr>
                <p:cNvSpPr txBox="1"/>
                <p:nvPr/>
              </p:nvSpPr>
              <p:spPr>
                <a:xfrm>
                  <a:off x="15106645" y="14272311"/>
                  <a:ext cx="5496783" cy="782265"/>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b="0" i="1" smtClean="0">
                                <a:solidFill>
                                  <a:srgbClr val="C00000"/>
                                </a:solidFill>
                                <a:latin typeface="Cambria Math" panose="02040503050406030204" pitchFamily="18" charset="0"/>
                              </a:rPr>
                            </m:ctrlPr>
                          </m:sSubPr>
                          <m:e>
                            <m:r>
                              <a:rPr lang="en-US" sz="2400" b="0" i="1" smtClean="0">
                                <a:solidFill>
                                  <a:srgbClr val="C00000"/>
                                </a:solidFill>
                                <a:latin typeface="Cambria Math" panose="02040503050406030204" pitchFamily="18" charset="0"/>
                              </a:rPr>
                              <m:t>𝑞</m:t>
                            </m:r>
                          </m:e>
                          <m:sub>
                            <m:r>
                              <a:rPr lang="en-US" sz="2400" b="0" i="1" smtClean="0">
                                <a:solidFill>
                                  <a:srgbClr val="C00000"/>
                                </a:solidFill>
                                <a:latin typeface="Cambria Math" panose="02040503050406030204" pitchFamily="18" charset="0"/>
                              </a:rPr>
                              <m:t>1</m:t>
                            </m:r>
                          </m:sub>
                        </m:sSub>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𝑆𝑥</m:t>
                            </m:r>
                            <m:d>
                              <m:dPr>
                                <m:ctrlPr>
                                  <a:rPr lang="en-US" sz="2400" b="0" i="1" smtClean="0">
                                    <a:latin typeface="Cambria Math" panose="02040503050406030204" pitchFamily="18" charset="0"/>
                                  </a:rPr>
                                </m:ctrlPr>
                              </m:dPr>
                              <m:e>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𝑘</m:t>
                                    </m:r>
                                  </m:e>
                                  <m:sub>
                                    <m:r>
                                      <a:rPr lang="en-US" sz="2400" b="0" i="1" smtClean="0">
                                        <a:latin typeface="Cambria Math" panose="02040503050406030204" pitchFamily="18" charset="0"/>
                                      </a:rPr>
                                      <m:t>01</m:t>
                                    </m:r>
                                  </m:sub>
                                </m:sSub>
                              </m:e>
                            </m:d>
                          </m:num>
                          <m:den>
                            <m:r>
                              <a:rPr lang="en-US" sz="2400" b="0" i="1" smtClean="0">
                                <a:latin typeface="Cambria Math" panose="02040503050406030204" pitchFamily="18" charset="0"/>
                              </a:rPr>
                              <m:t>𝐷</m:t>
                            </m:r>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𝑘</m:t>
                                </m:r>
                              </m:e>
                              <m:sub>
                                <m:r>
                                  <a:rPr lang="en-US" sz="2400" b="0" i="1" smtClean="0">
                                    <a:latin typeface="Cambria Math" panose="02040503050406030204" pitchFamily="18" charset="0"/>
                                  </a:rPr>
                                  <m:t>01</m:t>
                                </m:r>
                              </m:sub>
                            </m:sSub>
                            <m:r>
                              <a:rPr lang="en-US" sz="2400" b="0" i="1" smtClean="0">
                                <a:latin typeface="Cambria Math" panose="02040503050406030204" pitchFamily="18" charset="0"/>
                              </a:rPr>
                              <m:t>)</m:t>
                            </m:r>
                          </m:den>
                        </m:f>
                        <m:r>
                          <a:rPr lang="en-US" sz="2400" b="0" i="1" smtClean="0">
                            <a:latin typeface="Cambria Math" panose="02040503050406030204" pitchFamily="18" charset="0"/>
                          </a:rPr>
                          <m:t>, </m:t>
                        </m:r>
                        <m:sSub>
                          <m:sSubPr>
                            <m:ctrlPr>
                              <a:rPr lang="en-US" sz="2400" b="0" i="1" smtClean="0">
                                <a:solidFill>
                                  <a:srgbClr val="C00000"/>
                                </a:solidFill>
                                <a:latin typeface="Cambria Math" panose="02040503050406030204" pitchFamily="18" charset="0"/>
                              </a:rPr>
                            </m:ctrlPr>
                          </m:sSubPr>
                          <m:e>
                            <m:r>
                              <a:rPr lang="en-US" sz="2400" b="0" i="1" smtClean="0">
                                <a:solidFill>
                                  <a:srgbClr val="C00000"/>
                                </a:solidFill>
                                <a:latin typeface="Cambria Math" panose="02040503050406030204" pitchFamily="18" charset="0"/>
                              </a:rPr>
                              <m:t> </m:t>
                            </m:r>
                            <m:r>
                              <a:rPr lang="en-US" sz="2400" b="0" i="1" smtClean="0">
                                <a:solidFill>
                                  <a:srgbClr val="C00000"/>
                                </a:solidFill>
                                <a:latin typeface="Cambria Math" panose="02040503050406030204" pitchFamily="18" charset="0"/>
                              </a:rPr>
                              <m:t>𝑞</m:t>
                            </m:r>
                          </m:e>
                          <m:sub>
                            <m:r>
                              <a:rPr lang="en-US" sz="2400" b="0" i="1" smtClean="0">
                                <a:solidFill>
                                  <a:srgbClr val="C00000"/>
                                </a:solidFill>
                                <a:latin typeface="Cambria Math" panose="02040503050406030204" pitchFamily="18" charset="0"/>
                              </a:rPr>
                              <m:t>2</m:t>
                            </m:r>
                          </m:sub>
                        </m:sSub>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𝑆𝑥</m:t>
                            </m:r>
                            <m:d>
                              <m:dPr>
                                <m:ctrlPr>
                                  <a:rPr lang="en-US" sz="2400" b="0" i="1" smtClean="0">
                                    <a:latin typeface="Cambria Math" panose="02040503050406030204" pitchFamily="18" charset="0"/>
                                  </a:rPr>
                                </m:ctrlPr>
                              </m:dPr>
                              <m:e>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𝑘</m:t>
                                    </m:r>
                                  </m:e>
                                  <m:sub>
                                    <m:r>
                                      <a:rPr lang="en-US" sz="2400" b="0" i="1" smtClean="0">
                                        <a:latin typeface="Cambria Math" panose="02040503050406030204" pitchFamily="18" charset="0"/>
                                      </a:rPr>
                                      <m:t>10</m:t>
                                    </m:r>
                                  </m:sub>
                                </m:sSub>
                              </m:e>
                            </m:d>
                          </m:num>
                          <m:den>
                            <m:r>
                              <a:rPr lang="en-US" sz="2400" b="0" i="1" smtClean="0">
                                <a:latin typeface="Cambria Math" panose="02040503050406030204" pitchFamily="18" charset="0"/>
                              </a:rPr>
                              <m:t>𝐷</m:t>
                            </m:r>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𝑘</m:t>
                                </m:r>
                              </m:e>
                              <m:sub>
                                <m:r>
                                  <a:rPr lang="en-US" sz="2400" b="0" i="1" smtClean="0">
                                    <a:latin typeface="Cambria Math" panose="02040503050406030204" pitchFamily="18" charset="0"/>
                                  </a:rPr>
                                  <m:t>10</m:t>
                                </m:r>
                              </m:sub>
                            </m:sSub>
                            <m:r>
                              <a:rPr lang="en-US" sz="2400" b="0" i="1" smtClean="0">
                                <a:latin typeface="Cambria Math" panose="02040503050406030204" pitchFamily="18" charset="0"/>
                              </a:rPr>
                              <m:t>)</m:t>
                            </m:r>
                          </m:den>
                        </m:f>
                      </m:oMath>
                    </m:oMathPara>
                  </a14:m>
                  <a:endParaRPr lang="en-JP" sz="2400" dirty="0"/>
                </a:p>
              </p:txBody>
            </p:sp>
          </mc:Choice>
          <mc:Fallback>
            <p:sp>
              <p:nvSpPr>
                <p:cNvPr id="70" name="TextBox 384">
                  <a:extLst>
                    <a:ext uri="{FF2B5EF4-FFF2-40B4-BE49-F238E27FC236}">
                      <a16:creationId xmlns:a16="http://schemas.microsoft.com/office/drawing/2014/main" id="{FFF121DB-907F-895A-F6C3-DA3C6590CEEC}"/>
                    </a:ext>
                  </a:extLst>
                </p:cNvPr>
                <p:cNvSpPr txBox="1">
                  <a:spLocks noRot="1" noChangeAspect="1" noMove="1" noResize="1" noEditPoints="1" noAdjustHandles="1" noChangeArrowheads="1" noChangeShapeType="1" noTextEdit="1"/>
                </p:cNvSpPr>
                <p:nvPr/>
              </p:nvSpPr>
              <p:spPr>
                <a:xfrm>
                  <a:off x="15106645" y="14272311"/>
                  <a:ext cx="5496783" cy="782265"/>
                </a:xfrm>
                <a:prstGeom prst="rect">
                  <a:avLst/>
                </a:prstGeom>
                <a:blipFill>
                  <a:blip r:embed="rId26"/>
                  <a:stretch>
                    <a:fillRect b="-17460"/>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71" name="TextBox 399">
                  <a:extLst>
                    <a:ext uri="{FF2B5EF4-FFF2-40B4-BE49-F238E27FC236}">
                      <a16:creationId xmlns:a16="http://schemas.microsoft.com/office/drawing/2014/main" id="{D8ACCD75-664F-A22B-2073-A3E4956C99E5}"/>
                    </a:ext>
                  </a:extLst>
                </p:cNvPr>
                <p:cNvSpPr txBox="1"/>
                <p:nvPr/>
              </p:nvSpPr>
              <p:spPr>
                <a:xfrm>
                  <a:off x="15363166" y="9614765"/>
                  <a:ext cx="4813235" cy="113114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func>
                          <m:funcPr>
                            <m:ctrlPr>
                              <a:rPr lang="en-US" sz="2400" b="0" i="1" smtClean="0">
                                <a:latin typeface="Cambria Math" panose="02040503050406030204" pitchFamily="18" charset="0"/>
                              </a:rPr>
                            </m:ctrlPr>
                          </m:funcPr>
                          <m:fName>
                            <m:limLow>
                              <m:limLowPr>
                                <m:ctrlPr>
                                  <a:rPr lang="en-US" sz="2400" b="0" i="1" smtClean="0">
                                    <a:latin typeface="Cambria Math" panose="02040503050406030204" pitchFamily="18" charset="0"/>
                                  </a:rPr>
                                </m:ctrlPr>
                              </m:limLowPr>
                              <m:e>
                                <m:r>
                                  <m:rPr>
                                    <m:sty m:val="p"/>
                                  </m:rPr>
                                  <a:rPr lang="en-US" sz="2400" b="0" i="0" smtClean="0">
                                    <a:latin typeface="Cambria Math" panose="02040503050406030204" pitchFamily="18" charset="0"/>
                                  </a:rPr>
                                  <m:t>min</m:t>
                                </m:r>
                              </m:e>
                              <m:lim>
                                <m:r>
                                  <a:rPr lang="en-US" sz="2400" b="0" i="1" smtClean="0">
                                    <a:latin typeface="Cambria Math" panose="02040503050406030204" pitchFamily="18" charset="0"/>
                                  </a:rPr>
                                  <m:t>𝜃</m:t>
                                </m:r>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𝑘</m:t>
                                    </m:r>
                                  </m:e>
                                  <m:sub>
                                    <m:r>
                                      <a:rPr lang="en-US" sz="2400" b="0" i="1" smtClean="0">
                                        <a:latin typeface="Cambria Math" panose="02040503050406030204" pitchFamily="18" charset="0"/>
                                      </a:rPr>
                                      <m:t>𝛾</m:t>
                                    </m:r>
                                    <m:r>
                                      <a:rPr lang="en-US" sz="2400" b="0" i="1" smtClean="0">
                                        <a:latin typeface="Cambria Math" panose="02040503050406030204" pitchFamily="18" charset="0"/>
                                      </a:rPr>
                                      <m:t>0</m:t>
                                    </m:r>
                                  </m:sub>
                                </m:sSub>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𝑘</m:t>
                                    </m:r>
                                  </m:e>
                                  <m:sub>
                                    <m:r>
                                      <a:rPr lang="en-US" sz="2400" b="0" i="1" smtClean="0">
                                        <a:latin typeface="Cambria Math" panose="02040503050406030204" pitchFamily="18" charset="0"/>
                                      </a:rPr>
                                      <m:t>𝛾</m:t>
                                    </m:r>
                                    <m:r>
                                      <a:rPr lang="en-US" sz="2400" b="0" i="1" smtClean="0">
                                        <a:latin typeface="Cambria Math" panose="02040503050406030204" pitchFamily="18" charset="0"/>
                                      </a:rPr>
                                      <m:t>1</m:t>
                                    </m:r>
                                  </m:sub>
                                </m:sSub>
                              </m:lim>
                            </m:limLow>
                          </m:fName>
                          <m:e>
                            <m:nary>
                              <m:naryPr>
                                <m:chr m:val="∑"/>
                                <m:ctrlPr>
                                  <a:rPr lang="en-US" sz="2400" b="0" i="1" smtClean="0">
                                    <a:latin typeface="Cambria Math" panose="02040503050406030204" pitchFamily="18" charset="0"/>
                                  </a:rPr>
                                </m:ctrlPr>
                              </m:naryPr>
                              <m:sub>
                                <m:r>
                                  <m:rPr>
                                    <m:brk m:alnAt="23"/>
                                  </m:rPr>
                                  <a:rPr lang="en-US" sz="2400" b="0" i="1" smtClean="0">
                                    <a:latin typeface="Cambria Math" panose="02040503050406030204" pitchFamily="18" charset="0"/>
                                  </a:rPr>
                                  <m:t>𝑘</m:t>
                                </m:r>
                                <m:r>
                                  <a:rPr lang="en-US" sz="2400" b="0" i="1" smtClean="0">
                                    <a:latin typeface="Cambria Math" panose="02040503050406030204" pitchFamily="18" charset="0"/>
                                  </a:rPr>
                                  <m:t>=0</m:t>
                                </m:r>
                              </m:sub>
                              <m:sup>
                                <m:r>
                                  <a:rPr lang="en-US" sz="2400" b="0" i="1" smtClean="0">
                                    <a:latin typeface="Cambria Math" panose="02040503050406030204" pitchFamily="18" charset="0"/>
                                  </a:rPr>
                                  <m:t>𝑁</m:t>
                                </m:r>
                              </m:sup>
                              <m:e>
                                <m:sSub>
                                  <m:sSubPr>
                                    <m:ctrlPr>
                                      <a:rPr lang="en-US" sz="2400" b="0" i="1" smtClean="0">
                                        <a:latin typeface="Cambria Math" panose="02040503050406030204" pitchFamily="18" charset="0"/>
                                      </a:rPr>
                                    </m:ctrlPr>
                                  </m:sSubPr>
                                  <m:e>
                                    <m:d>
                                      <m:dPr>
                                        <m:begChr m:val="‖"/>
                                        <m:endChr m:val="‖"/>
                                        <m:ctrlPr>
                                          <a:rPr lang="en-US" sz="2400" b="0" i="1" smtClean="0">
                                            <a:latin typeface="Cambria Math" panose="02040503050406030204" pitchFamily="18" charset="0"/>
                                          </a:rPr>
                                        </m:ctrlPr>
                                      </m:dPr>
                                      <m:e>
                                        <m:r>
                                          <a:rPr lang="en-US" sz="2400" b="0" i="1" smtClean="0">
                                            <a:latin typeface="Cambria Math" panose="02040503050406030204" pitchFamily="18" charset="0"/>
                                          </a:rPr>
                                          <m:t>𝑦</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𝑘</m:t>
                                            </m:r>
                                          </m:e>
                                        </m:d>
                                        <m:r>
                                          <a:rPr lang="en-US" sz="2400" b="0" i="1" smtClean="0">
                                            <a:latin typeface="Cambria Math" panose="02040503050406030204" pitchFamily="18" charset="0"/>
                                          </a:rPr>
                                          <m:t>−</m:t>
                                        </m:r>
                                        <m:acc>
                                          <m:accPr>
                                            <m:chr m:val="̂"/>
                                            <m:ctrlPr>
                                              <a:rPr lang="en-US" sz="2400" b="0" i="1" smtClean="0">
                                                <a:latin typeface="Cambria Math" panose="02040503050406030204" pitchFamily="18" charset="0"/>
                                              </a:rPr>
                                            </m:ctrlPr>
                                          </m:accPr>
                                          <m:e>
                                            <m:r>
                                              <a:rPr lang="en-US" sz="2400" b="0" i="1" smtClean="0">
                                                <a:latin typeface="Cambria Math" panose="02040503050406030204" pitchFamily="18" charset="0"/>
                                              </a:rPr>
                                              <m:t>𝑦</m:t>
                                            </m:r>
                                          </m:e>
                                        </m:acc>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𝑘</m:t>
                                            </m:r>
                                          </m:e>
                                        </m:d>
                                      </m:e>
                                    </m:d>
                                  </m:e>
                                  <m:sub>
                                    <m:r>
                                      <a:rPr lang="en-US" sz="2400" b="0" i="1" smtClean="0">
                                        <a:latin typeface="Cambria Math" panose="02040503050406030204" pitchFamily="18" charset="0"/>
                                      </a:rPr>
                                      <m:t>2</m:t>
                                    </m:r>
                                  </m:sub>
                                </m:sSub>
                              </m:e>
                            </m:nary>
                          </m:e>
                        </m:func>
                      </m:oMath>
                    </m:oMathPara>
                  </a14:m>
                  <a:endParaRPr lang="en-JP" sz="2000" dirty="0"/>
                </a:p>
              </p:txBody>
            </p:sp>
          </mc:Choice>
          <mc:Fallback>
            <p:sp>
              <p:nvSpPr>
                <p:cNvPr id="71" name="TextBox 399">
                  <a:extLst>
                    <a:ext uri="{FF2B5EF4-FFF2-40B4-BE49-F238E27FC236}">
                      <a16:creationId xmlns:a16="http://schemas.microsoft.com/office/drawing/2014/main" id="{D8ACCD75-664F-A22B-2073-A3E4956C99E5}"/>
                    </a:ext>
                  </a:extLst>
                </p:cNvPr>
                <p:cNvSpPr txBox="1">
                  <a:spLocks noRot="1" noChangeAspect="1" noMove="1" noResize="1" noEditPoints="1" noAdjustHandles="1" noChangeArrowheads="1" noChangeShapeType="1" noTextEdit="1"/>
                </p:cNvSpPr>
                <p:nvPr/>
              </p:nvSpPr>
              <p:spPr>
                <a:xfrm>
                  <a:off x="15363166" y="9614765"/>
                  <a:ext cx="4813235" cy="1131143"/>
                </a:xfrm>
                <a:prstGeom prst="rect">
                  <a:avLst/>
                </a:prstGeom>
                <a:blipFill>
                  <a:blip r:embed="rId27"/>
                  <a:stretch>
                    <a:fillRect t="-102222" b="-157778"/>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72" name="TextBox 404">
                  <a:extLst>
                    <a:ext uri="{FF2B5EF4-FFF2-40B4-BE49-F238E27FC236}">
                      <a16:creationId xmlns:a16="http://schemas.microsoft.com/office/drawing/2014/main" id="{F77EC1F9-A600-B4D0-B4F8-0C7CCA0C0F84}"/>
                    </a:ext>
                  </a:extLst>
                </p:cNvPr>
                <p:cNvSpPr txBox="1"/>
                <p:nvPr/>
              </p:nvSpPr>
              <p:spPr>
                <a:xfrm>
                  <a:off x="15886963" y="12982580"/>
                  <a:ext cx="6425073" cy="1093954"/>
                </a:xfrm>
                <a:prstGeom prst="rect">
                  <a:avLst/>
                </a:prstGeom>
                <a:noFill/>
              </p:spPr>
              <p:txBody>
                <a:bodyPr wrap="square" lIns="0" tIns="0" rIns="0" bIns="0" rtlCol="0">
                  <a:spAutoFit/>
                </a:bodyPr>
                <a:lstStyle/>
                <a:p>
                  <a14:m>
                    <m:oMath xmlns:m="http://schemas.openxmlformats.org/officeDocument/2006/math">
                      <m:acc>
                        <m:accPr>
                          <m:chr m:val="̂"/>
                          <m:ctrlPr>
                            <a:rPr lang="en-US" sz="2400" b="0" i="1" smtClean="0">
                              <a:latin typeface="Cambria Math" panose="02040503050406030204" pitchFamily="18" charset="0"/>
                            </a:rPr>
                          </m:ctrlPr>
                        </m:accPr>
                        <m:e>
                          <m:r>
                            <a:rPr lang="en-US" sz="2400" b="0" i="1" smtClean="0">
                              <a:latin typeface="Cambria Math" panose="02040503050406030204" pitchFamily="18" charset="0"/>
                            </a:rPr>
                            <m:t>𝑦</m:t>
                          </m:r>
                        </m:e>
                      </m:acc>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𝑘</m:t>
                          </m:r>
                        </m:e>
                      </m:d>
                      <m:r>
                        <a:rPr lang="en-US" sz="2400" b="0" i="1" smtClean="0">
                          <a:latin typeface="Cambria Math" panose="02040503050406030204" pitchFamily="18" charset="0"/>
                        </a:rPr>
                        <m:t>=</m:t>
                      </m:r>
                      <m:r>
                        <a:rPr lang="en-US" sz="2400" b="0" i="1" smtClean="0">
                          <a:latin typeface="Cambria Math" panose="02040503050406030204" pitchFamily="18" charset="0"/>
                        </a:rPr>
                        <m:t>𝐶</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𝑥</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𝑘</m:t>
                              </m:r>
                            </m:e>
                          </m:d>
                        </m:e>
                      </m:d>
                      <m:r>
                        <a:rPr lang="en-US" sz="2400" b="0" i="1" smtClean="0">
                          <a:latin typeface="Cambria Math" panose="02040503050406030204" pitchFamily="18" charset="0"/>
                        </a:rPr>
                        <m:t>,</m:t>
                      </m:r>
                      <m:r>
                        <a:rPr lang="en-US" sz="2400" b="0" i="1" smtClean="0">
                          <a:latin typeface="Cambria Math" panose="02040503050406030204" pitchFamily="18" charset="0"/>
                        </a:rPr>
                        <m:t>𝑥</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0</m:t>
                          </m:r>
                        </m:e>
                      </m:d>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𝑥</m:t>
                          </m:r>
                        </m:e>
                        <m:sub>
                          <m:r>
                            <a:rPr lang="en-US" sz="2400" b="0" i="1" smtClean="0">
                              <a:latin typeface="Cambria Math" panose="02040503050406030204" pitchFamily="18" charset="0"/>
                            </a:rPr>
                            <m:t>0</m:t>
                          </m:r>
                        </m:sub>
                      </m:sSub>
                    </m:oMath>
                  </a14:m>
                  <a:r>
                    <a:rPr lang="en-JP" sz="2000" dirty="0"/>
                    <a:t>, </a:t>
                  </a:r>
                </a:p>
                <a:p>
                  <a14:m>
                    <m:oMath xmlns:m="http://schemas.openxmlformats.org/officeDocument/2006/math">
                      <m:r>
                        <a:rPr lang="en-US" sz="2400" i="1">
                          <a:latin typeface="Cambria Math" panose="02040503050406030204" pitchFamily="18" charset="0"/>
                        </a:rPr>
                        <m:t>𝑆</m:t>
                      </m:r>
                      <m:r>
                        <a:rPr lang="en-US" sz="2400" i="1">
                          <a:latin typeface="Cambria Math" panose="02040503050406030204" pitchFamily="18" charset="0"/>
                        </a:rPr>
                        <m:t>=</m:t>
                      </m:r>
                      <m:d>
                        <m:dPr>
                          <m:begChr m:val="["/>
                          <m:endChr m:val="]"/>
                          <m:ctrlPr>
                            <a:rPr lang="en-US" sz="2400" i="1">
                              <a:latin typeface="Cambria Math" panose="02040503050406030204" pitchFamily="18" charset="0"/>
                            </a:rPr>
                          </m:ctrlPr>
                        </m:dPr>
                        <m:e>
                          <m:r>
                            <a:rPr lang="en-US" sz="2400" i="1">
                              <a:latin typeface="Cambria Math" panose="02040503050406030204" pitchFamily="18" charset="0"/>
                            </a:rPr>
                            <m:t>0 0 1 1 0 0 0</m:t>
                          </m:r>
                        </m:e>
                      </m:d>
                      <m:r>
                        <a:rPr lang="en-US" sz="2400" i="1">
                          <a:latin typeface="Cambria Math" panose="02040503050406030204" pitchFamily="18" charset="0"/>
                        </a:rPr>
                        <m:t>, </m:t>
                      </m:r>
                    </m:oMath>
                  </a14:m>
                  <a:r>
                    <a:rPr lang="en-JP" sz="2400" i="1" dirty="0">
                      <a:latin typeface="Cambria Math" panose="02040503050406030204" pitchFamily="18" charset="0"/>
                    </a:rPr>
                    <a:t>C </a:t>
                  </a:r>
                  <a14:m>
                    <m:oMath xmlns:m="http://schemas.openxmlformats.org/officeDocument/2006/math">
                      <m:r>
                        <a:rPr lang="en-US" sz="2400" i="1">
                          <a:latin typeface="Cambria Math" panose="02040503050406030204" pitchFamily="18" charset="0"/>
                        </a:rPr>
                        <m:t>=</m:t>
                      </m:r>
                      <m:d>
                        <m:dPr>
                          <m:begChr m:val="["/>
                          <m:endChr m:val="]"/>
                          <m:ctrlPr>
                            <a:rPr lang="en-US" sz="2400" i="1">
                              <a:latin typeface="Cambria Math" panose="02040503050406030204" pitchFamily="18" charset="0"/>
                            </a:rPr>
                          </m:ctrlPr>
                        </m:dPr>
                        <m:e>
                          <m:r>
                            <a:rPr lang="en-US" sz="2400" i="1">
                              <a:latin typeface="Cambria Math" panose="02040503050406030204" pitchFamily="18" charset="0"/>
                            </a:rPr>
                            <m:t>1 0 0 0 0 0 0</m:t>
                          </m:r>
                        </m:e>
                      </m:d>
                      <m:r>
                        <a:rPr lang="en-US" sz="2400" b="0" i="1" smtClean="0">
                          <a:latin typeface="Cambria Math" panose="02040503050406030204" pitchFamily="18" charset="0"/>
                        </a:rPr>
                        <m:t>,</m:t>
                      </m:r>
                      <m:r>
                        <a:rPr lang="en-US" sz="2400" i="1">
                          <a:latin typeface="Cambria Math" panose="02040503050406030204" pitchFamily="18" charset="0"/>
                        </a:rPr>
                        <m:t> </m:t>
                      </m:r>
                    </m:oMath>
                  </a14:m>
                  <a:r>
                    <a:rPr lang="en-JP" sz="2000" i="1" dirty="0">
                      <a:latin typeface="Cambria Math" panose="02040503050406030204" pitchFamily="18" charset="0"/>
                    </a:rPr>
                    <a:t> </a:t>
                  </a:r>
                  <a:endParaRPr lang="en-US" sz="2000" i="1" dirty="0">
                    <a:latin typeface="Cambria Math" panose="02040503050406030204" pitchFamily="18" charset="0"/>
                  </a:endParaRPr>
                </a:p>
                <a:p>
                  <a:endParaRPr lang="en-JP" sz="2000" dirty="0"/>
                </a:p>
              </p:txBody>
            </p:sp>
          </mc:Choice>
          <mc:Fallback>
            <p:sp>
              <p:nvSpPr>
                <p:cNvPr id="72" name="TextBox 404">
                  <a:extLst>
                    <a:ext uri="{FF2B5EF4-FFF2-40B4-BE49-F238E27FC236}">
                      <a16:creationId xmlns:a16="http://schemas.microsoft.com/office/drawing/2014/main" id="{F77EC1F9-A600-B4D0-B4F8-0C7CCA0C0F84}"/>
                    </a:ext>
                  </a:extLst>
                </p:cNvPr>
                <p:cNvSpPr txBox="1">
                  <a:spLocks noRot="1" noChangeAspect="1" noMove="1" noResize="1" noEditPoints="1" noAdjustHandles="1" noChangeArrowheads="1" noChangeShapeType="1" noTextEdit="1"/>
                </p:cNvSpPr>
                <p:nvPr/>
              </p:nvSpPr>
              <p:spPr>
                <a:xfrm>
                  <a:off x="15886963" y="12982580"/>
                  <a:ext cx="6425073" cy="1093954"/>
                </a:xfrm>
                <a:prstGeom prst="rect">
                  <a:avLst/>
                </a:prstGeom>
                <a:blipFill>
                  <a:blip r:embed="rId28"/>
                  <a:stretch>
                    <a:fillRect l="-1578" t="-2299"/>
                  </a:stretch>
                </a:blipFill>
              </p:spPr>
              <p:txBody>
                <a:bodyPr/>
                <a:lstStyle/>
                <a:p>
                  <a:r>
                    <a:rPr lang="ja-JP" altLang="en-US">
                      <a:noFill/>
                    </a:rPr>
                    <a:t> </a:t>
                  </a:r>
                </a:p>
              </p:txBody>
            </p:sp>
          </mc:Fallback>
        </mc:AlternateContent>
        <p:grpSp>
          <p:nvGrpSpPr>
            <p:cNvPr id="100" name="グループ化 99">
              <a:extLst>
                <a:ext uri="{FF2B5EF4-FFF2-40B4-BE49-F238E27FC236}">
                  <a16:creationId xmlns:a16="http://schemas.microsoft.com/office/drawing/2014/main" id="{CBB4C7DB-40D9-1DC2-5C77-A320B012B8A8}"/>
                </a:ext>
              </a:extLst>
            </p:cNvPr>
            <p:cNvGrpSpPr/>
            <p:nvPr/>
          </p:nvGrpSpPr>
          <p:grpSpPr>
            <a:xfrm>
              <a:off x="883694" y="12759542"/>
              <a:ext cx="13939495" cy="2322445"/>
              <a:chOff x="2047374" y="18738768"/>
              <a:chExt cx="13939495" cy="2322445"/>
            </a:xfrm>
          </p:grpSpPr>
          <p:cxnSp>
            <p:nvCxnSpPr>
              <p:cNvPr id="102" name="直線コネクタ 101">
                <a:extLst>
                  <a:ext uri="{FF2B5EF4-FFF2-40B4-BE49-F238E27FC236}">
                    <a16:creationId xmlns:a16="http://schemas.microsoft.com/office/drawing/2014/main" id="{8276A6F7-2E3C-65AC-503A-2709D2EEAEAD}"/>
                  </a:ext>
                </a:extLst>
              </p:cNvPr>
              <p:cNvCxnSpPr>
                <a:cxnSpLocks/>
              </p:cNvCxnSpPr>
              <p:nvPr/>
            </p:nvCxnSpPr>
            <p:spPr>
              <a:xfrm>
                <a:off x="2047374" y="18738768"/>
                <a:ext cx="0" cy="1917666"/>
              </a:xfrm>
              <a:prstGeom prst="line">
                <a:avLst/>
              </a:prstGeom>
              <a:ln w="31750"/>
            </p:spPr>
            <p:style>
              <a:lnRef idx="2">
                <a:schemeClr val="dk1"/>
              </a:lnRef>
              <a:fillRef idx="0">
                <a:schemeClr val="dk1"/>
              </a:fillRef>
              <a:effectRef idx="1">
                <a:schemeClr val="dk1"/>
              </a:effectRef>
              <a:fontRef idx="minor">
                <a:schemeClr val="tx1"/>
              </a:fontRef>
            </p:style>
          </p:cxnSp>
          <p:sp>
            <p:nvSpPr>
              <p:cNvPr id="103" name="テキスト ボックス 102">
                <a:extLst>
                  <a:ext uri="{FF2B5EF4-FFF2-40B4-BE49-F238E27FC236}">
                    <a16:creationId xmlns:a16="http://schemas.microsoft.com/office/drawing/2014/main" id="{158B99F2-ACAA-7F4E-8525-11A5041BC536}"/>
                  </a:ext>
                </a:extLst>
              </p:cNvPr>
              <p:cNvSpPr txBox="1"/>
              <p:nvPr/>
            </p:nvSpPr>
            <p:spPr>
              <a:xfrm>
                <a:off x="2047374" y="18738768"/>
                <a:ext cx="13939495" cy="584775"/>
              </a:xfrm>
              <a:prstGeom prst="rect">
                <a:avLst/>
              </a:prstGeom>
              <a:noFill/>
            </p:spPr>
            <p:txBody>
              <a:bodyPr wrap="square" rtlCol="0">
                <a:spAutoFit/>
              </a:bodyPr>
              <a:lstStyle/>
              <a:p>
                <a:r>
                  <a:rPr lang="en-US" altLang="ja-JP" sz="3200" b="1" dirty="0">
                    <a:latin typeface="メイリオ" panose="020B0604030504040204" pitchFamily="50" charset="-128"/>
                    <a:ea typeface="メイリオ" panose="020B0604030504040204" pitchFamily="50" charset="-128"/>
                  </a:rPr>
                  <a:t>SSOGMM</a:t>
                </a:r>
                <a:r>
                  <a:rPr lang="en-US" altLang="ja-JP" sz="3200" b="1" baseline="30000" dirty="0">
                    <a:latin typeface="メイリオ" panose="020B0604030504040204" pitchFamily="50" charset="-128"/>
                    <a:ea typeface="メイリオ" panose="020B0604030504040204" pitchFamily="50" charset="-128"/>
                  </a:rPr>
                  <a:t>[3] </a:t>
                </a:r>
                <a:r>
                  <a:rPr lang="en-US" altLang="ja-JP" sz="2800" b="1" dirty="0">
                    <a:latin typeface="メイリオ" panose="020B0604030504040204" pitchFamily="50" charset="-128"/>
                    <a:ea typeface="メイリオ" panose="020B0604030504040204" pitchFamily="50" charset="-128"/>
                  </a:rPr>
                  <a:t>(</a:t>
                </a:r>
                <a:r>
                  <a:rPr lang="en-US" altLang="ja-JP" sz="2000" b="1" dirty="0">
                    <a:latin typeface="メイリオ" panose="020B0604030504040204" pitchFamily="50" charset="-128"/>
                    <a:ea typeface="メイリオ" panose="020B0604030504040204" pitchFamily="50" charset="-128"/>
                  </a:rPr>
                  <a:t>Switched Subcutaneous Oral Glucose Minimal Mode</a:t>
                </a:r>
                <a:r>
                  <a:rPr lang="en-US" altLang="ja-JP" sz="2400" b="1" dirty="0">
                    <a:latin typeface="メイリオ" panose="020B0604030504040204" pitchFamily="50" charset="-128"/>
                    <a:ea typeface="メイリオ" panose="020B0604030504040204" pitchFamily="50" charset="-128"/>
                  </a:rPr>
                  <a:t>l</a:t>
                </a:r>
                <a:r>
                  <a:rPr lang="en-US" altLang="ja-JP" sz="2800" b="1" dirty="0">
                    <a:latin typeface="メイリオ" panose="020B0604030504040204" pitchFamily="50" charset="-128"/>
                    <a:ea typeface="メイリオ" panose="020B0604030504040204" pitchFamily="50" charset="-128"/>
                  </a:rPr>
                  <a:t>)</a:t>
                </a:r>
                <a:endParaRPr kumimoji="1" lang="ja-JP" altLang="en-US" sz="3200" b="1" dirty="0">
                  <a:latin typeface="メイリオ" panose="020B0604030504040204" pitchFamily="50" charset="-128"/>
                  <a:ea typeface="メイリオ" panose="020B0604030504040204" pitchFamily="50" charset="-128"/>
                </a:endParaRPr>
              </a:p>
            </p:txBody>
          </p:sp>
          <p:sp>
            <p:nvSpPr>
              <p:cNvPr id="104" name="テキスト ボックス 103">
                <a:extLst>
                  <a:ext uri="{FF2B5EF4-FFF2-40B4-BE49-F238E27FC236}">
                    <a16:creationId xmlns:a16="http://schemas.microsoft.com/office/drawing/2014/main" id="{4C538B7D-AE1E-7507-C1A3-E4F209B07656}"/>
                  </a:ext>
                </a:extLst>
              </p:cNvPr>
              <p:cNvSpPr txBox="1"/>
              <p:nvPr/>
            </p:nvSpPr>
            <p:spPr>
              <a:xfrm>
                <a:off x="2047374" y="19429997"/>
                <a:ext cx="12392526" cy="1631216"/>
              </a:xfrm>
              <a:prstGeom prst="rect">
                <a:avLst/>
              </a:prstGeom>
              <a:noFill/>
            </p:spPr>
            <p:txBody>
              <a:bodyPr wrap="square" rtlCol="0">
                <a:spAutoFit/>
              </a:bodyPr>
              <a:lstStyle/>
              <a:p>
                <a:r>
                  <a:rPr kumimoji="1" lang="en-US" altLang="ja-JP" sz="2400" dirty="0">
                    <a:latin typeface="メイリオ" panose="020B0604030504040204" pitchFamily="50" charset="-128"/>
                    <a:ea typeface="メイリオ" panose="020B0604030504040204" pitchFamily="50" charset="-128"/>
                  </a:rPr>
                  <a:t>SOGMM</a:t>
                </a:r>
                <a:r>
                  <a:rPr kumimoji="1" lang="en-US" altLang="ja-JP" sz="2400" baseline="30000" dirty="0">
                    <a:latin typeface="メイリオ" panose="020B0604030504040204" pitchFamily="50" charset="-128"/>
                    <a:ea typeface="メイリオ" panose="020B0604030504040204" pitchFamily="50" charset="-128"/>
                  </a:rPr>
                  <a:t>[4]</a:t>
                </a:r>
                <a:r>
                  <a:rPr lang="en-US" altLang="ja-JP" sz="2400" dirty="0">
                    <a:latin typeface="メイリオ" panose="020B0604030504040204" pitchFamily="50" charset="-128"/>
                    <a:ea typeface="メイリオ" panose="020B0604030504040204" pitchFamily="50" charset="-128"/>
                  </a:rPr>
                  <a:t>(Subcutaneous Oral Glucose Minimal Model)</a:t>
                </a:r>
                <a:r>
                  <a:rPr lang="ja-JP" altLang="en-US" sz="2400" dirty="0">
                    <a:latin typeface="メイリオ" panose="020B0604030504040204" pitchFamily="50" charset="-128"/>
                    <a:ea typeface="メイリオ" panose="020B0604030504040204" pitchFamily="50" charset="-128"/>
                  </a:rPr>
                  <a:t>に消化吸収式の線形切り替えシステムを追加した制御志向モデルである．</a:t>
                </a:r>
                <a:r>
                  <a:rPr lang="en-US" altLang="ja-JP" sz="2400" dirty="0">
                    <a:latin typeface="Meiryo" panose="020B0604030504040204" pitchFamily="34" charset="-128"/>
                    <a:ea typeface="Meiryo" panose="020B0604030504040204" pitchFamily="34" charset="-128"/>
                  </a:rPr>
                  <a:t>7</a:t>
                </a:r>
                <a:r>
                  <a:rPr lang="ja-JP" altLang="en-US" sz="2400" dirty="0">
                    <a:latin typeface="Meiryo" panose="020B0604030504040204" pitchFamily="34" charset="-128"/>
                    <a:ea typeface="Meiryo" panose="020B0604030504040204" pitchFamily="34" charset="-128"/>
                  </a:rPr>
                  <a:t>次元の状態次元と</a:t>
                </a:r>
                <a:r>
                  <a:rPr lang="en-US" altLang="ja-JP" sz="2400" dirty="0">
                    <a:latin typeface="Meiryo" panose="020B0604030504040204" pitchFamily="34" charset="-128"/>
                    <a:ea typeface="Meiryo" panose="020B0604030504040204" pitchFamily="34" charset="-128"/>
                  </a:rPr>
                  <a:t>12</a:t>
                </a:r>
                <a:r>
                  <a:rPr lang="ja-JP" altLang="en-US" sz="2400" dirty="0">
                    <a:latin typeface="Meiryo" panose="020B0604030504040204" pitchFamily="34" charset="-128"/>
                    <a:ea typeface="Meiryo" panose="020B0604030504040204" pitchFamily="34" charset="-128"/>
                  </a:rPr>
                  <a:t>の代謝パラメータを含む．</a:t>
                </a:r>
                <a:r>
                  <a:rPr lang="en-US" altLang="ja-JP" sz="2400" dirty="0">
                    <a:latin typeface="Meiryo" panose="020B0604030504040204" pitchFamily="34" charset="-128"/>
                    <a:ea typeface="Meiryo" panose="020B0604030504040204" pitchFamily="34" charset="-128"/>
                  </a:rPr>
                  <a:t>2</a:t>
                </a:r>
                <a:r>
                  <a:rPr lang="ja-JP" altLang="en-US" sz="2400" dirty="0">
                    <a:latin typeface="Meiryo" panose="020B0604030504040204" pitchFamily="34" charset="-128"/>
                    <a:ea typeface="Meiryo" panose="020B0604030504040204" pitchFamily="34" charset="-128"/>
                  </a:rPr>
                  <a:t>つの非線形項（</a:t>
                </a:r>
                <a:r>
                  <a:rPr lang="ja-JP" altLang="en-US" sz="2400" b="1" dirty="0">
                    <a:latin typeface="Meiryo" panose="020B0604030504040204" pitchFamily="34" charset="-128"/>
                    <a:ea typeface="Meiryo" panose="020B0604030504040204" pitchFamily="34" charset="-128"/>
                  </a:rPr>
                  <a:t>双線形＋</a:t>
                </a:r>
                <a:r>
                  <a:rPr lang="ja-JP" altLang="en-US" sz="2400" b="1" dirty="0">
                    <a:solidFill>
                      <a:srgbClr val="C00000"/>
                    </a:solidFill>
                    <a:latin typeface="Meiryo" panose="020B0604030504040204" pitchFamily="34" charset="-128"/>
                    <a:ea typeface="Meiryo" panose="020B0604030504040204" pitchFamily="34" charset="-128"/>
                  </a:rPr>
                  <a:t>切り換え項</a:t>
                </a:r>
                <a:r>
                  <a:rPr lang="ja-JP" altLang="en-US" sz="2400" dirty="0">
                    <a:latin typeface="Meiryo" panose="020B0604030504040204" pitchFamily="34" charset="-128"/>
                    <a:ea typeface="Meiryo" panose="020B0604030504040204" pitchFamily="34" charset="-128"/>
                  </a:rPr>
                  <a:t>）を含む．</a:t>
                </a:r>
              </a:p>
              <a:p>
                <a:endParaRPr kumimoji="1" lang="ja-JP" altLang="en-US" sz="2800" dirty="0">
                  <a:latin typeface="メイリオ" panose="020B0604030504040204" pitchFamily="50" charset="-128"/>
                  <a:ea typeface="メイリオ" panose="020B0604030504040204" pitchFamily="50" charset="-128"/>
                </a:endParaRPr>
              </a:p>
            </p:txBody>
          </p:sp>
        </p:grpSp>
        <p:cxnSp>
          <p:nvCxnSpPr>
            <p:cNvPr id="105" name="直線コネクタ 104">
              <a:extLst>
                <a:ext uri="{FF2B5EF4-FFF2-40B4-BE49-F238E27FC236}">
                  <a16:creationId xmlns:a16="http://schemas.microsoft.com/office/drawing/2014/main" id="{26B1A89F-7C44-57BE-783B-92262ED7AFA1}"/>
                </a:ext>
              </a:extLst>
            </p:cNvPr>
            <p:cNvCxnSpPr>
              <a:cxnSpLocks/>
            </p:cNvCxnSpPr>
            <p:nvPr/>
          </p:nvCxnSpPr>
          <p:spPr>
            <a:xfrm>
              <a:off x="15137606" y="9216862"/>
              <a:ext cx="0" cy="7669571"/>
            </a:xfrm>
            <a:prstGeom prst="line">
              <a:avLst/>
            </a:prstGeom>
            <a:ln w="31750"/>
          </p:spPr>
          <p:style>
            <a:lnRef idx="2">
              <a:schemeClr val="dk1"/>
            </a:lnRef>
            <a:fillRef idx="0">
              <a:schemeClr val="dk1"/>
            </a:fillRef>
            <a:effectRef idx="1">
              <a:schemeClr val="dk1"/>
            </a:effectRef>
            <a:fontRef idx="minor">
              <a:schemeClr val="tx1"/>
            </a:fontRef>
          </p:style>
        </p:cxnSp>
        <p:pic>
          <p:nvPicPr>
            <p:cNvPr id="108" name="図 107" descr="グラフ, 折れ線グラフ&#10;&#10;AI 生成コンテンツは誤りを含む可能性があります。">
              <a:extLst>
                <a:ext uri="{FF2B5EF4-FFF2-40B4-BE49-F238E27FC236}">
                  <a16:creationId xmlns:a16="http://schemas.microsoft.com/office/drawing/2014/main" id="{7E6B3CD6-986A-CFE1-942A-585FC7194E38}"/>
                </a:ext>
              </a:extLst>
            </p:cNvPr>
            <p:cNvPicPr>
              <a:picLocks noChangeAspect="1"/>
            </p:cNvPicPr>
            <p:nvPr/>
          </p:nvPicPr>
          <p:blipFill>
            <a:blip r:embed="rId29"/>
            <a:stretch>
              <a:fillRect/>
            </a:stretch>
          </p:blipFill>
          <p:spPr>
            <a:xfrm>
              <a:off x="1012437" y="14954373"/>
              <a:ext cx="7772400" cy="1945232"/>
            </a:xfrm>
            <a:prstGeom prst="rect">
              <a:avLst/>
            </a:prstGeom>
          </p:spPr>
        </p:pic>
        <mc:AlternateContent xmlns:mc="http://schemas.openxmlformats.org/markup-compatibility/2006">
          <mc:Choice xmlns:a14="http://schemas.microsoft.com/office/drawing/2010/main" Requires="a14">
            <p:sp>
              <p:nvSpPr>
                <p:cNvPr id="112" name="TextBox 401">
                  <a:extLst>
                    <a:ext uri="{FF2B5EF4-FFF2-40B4-BE49-F238E27FC236}">
                      <a16:creationId xmlns:a16="http://schemas.microsoft.com/office/drawing/2014/main" id="{C0225721-D288-7787-A42C-B488DB2BF0F4}"/>
                    </a:ext>
                  </a:extLst>
                </p:cNvPr>
                <p:cNvSpPr txBox="1"/>
                <p:nvPr/>
              </p:nvSpPr>
              <p:spPr>
                <a:xfrm>
                  <a:off x="15536577" y="10689037"/>
                  <a:ext cx="1591782"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m:rPr>
                            <m:sty m:val="p"/>
                          </m:rPr>
                          <a:rPr lang="en-US" sz="2800" b="0" i="0" smtClean="0">
                            <a:latin typeface="Cambria Math" panose="02040503050406030204" pitchFamily="18" charset="0"/>
                          </a:rPr>
                          <m:t>subject</m:t>
                        </m:r>
                        <m:r>
                          <a:rPr lang="en-US" sz="2800" b="0" i="0" smtClean="0">
                            <a:latin typeface="Cambria Math" panose="02040503050406030204" pitchFamily="18" charset="0"/>
                          </a:rPr>
                          <m:t> </m:t>
                        </m:r>
                        <m:r>
                          <m:rPr>
                            <m:sty m:val="p"/>
                          </m:rPr>
                          <a:rPr lang="en-US" sz="2800" b="0" i="0" smtClean="0">
                            <a:latin typeface="Cambria Math" panose="02040503050406030204" pitchFamily="18" charset="0"/>
                          </a:rPr>
                          <m:t>to</m:t>
                        </m:r>
                      </m:oMath>
                    </m:oMathPara>
                  </a14:m>
                  <a:endParaRPr lang="en-JP" sz="2800" dirty="0"/>
                </a:p>
              </p:txBody>
            </p:sp>
          </mc:Choice>
          <mc:Fallback>
            <p:sp>
              <p:nvSpPr>
                <p:cNvPr id="112" name="TextBox 401">
                  <a:extLst>
                    <a:ext uri="{FF2B5EF4-FFF2-40B4-BE49-F238E27FC236}">
                      <a16:creationId xmlns:a16="http://schemas.microsoft.com/office/drawing/2014/main" id="{C0225721-D288-7787-A42C-B488DB2BF0F4}"/>
                    </a:ext>
                  </a:extLst>
                </p:cNvPr>
                <p:cNvSpPr txBox="1">
                  <a:spLocks noRot="1" noChangeAspect="1" noMove="1" noResize="1" noEditPoints="1" noAdjustHandles="1" noChangeArrowheads="1" noChangeShapeType="1" noTextEdit="1"/>
                </p:cNvSpPr>
                <p:nvPr/>
              </p:nvSpPr>
              <p:spPr>
                <a:xfrm>
                  <a:off x="15536577" y="10689037"/>
                  <a:ext cx="1591782" cy="430887"/>
                </a:xfrm>
                <a:prstGeom prst="rect">
                  <a:avLst/>
                </a:prstGeom>
                <a:blipFill>
                  <a:blip r:embed="rId30"/>
                  <a:stretch>
                    <a:fillRect l="-7143" t="-8571" r="-3175" b="-37143"/>
                  </a:stretch>
                </a:blipFill>
              </p:spPr>
              <p:txBody>
                <a:bodyPr/>
                <a:lstStyle/>
                <a:p>
                  <a:r>
                    <a:rPr lang="ja-JP" altLang="en-US">
                      <a:noFill/>
                    </a:rPr>
                    <a:t> </a:t>
                  </a:r>
                </a:p>
              </p:txBody>
            </p:sp>
          </mc:Fallback>
        </mc:AlternateContent>
        <p:grpSp>
          <p:nvGrpSpPr>
            <p:cNvPr id="113" name="グループ化 112">
              <a:extLst>
                <a:ext uri="{FF2B5EF4-FFF2-40B4-BE49-F238E27FC236}">
                  <a16:creationId xmlns:a16="http://schemas.microsoft.com/office/drawing/2014/main" id="{21E18409-1FBB-B7CA-95EB-B2BB6BEE87AB}"/>
                </a:ext>
              </a:extLst>
            </p:cNvPr>
            <p:cNvGrpSpPr/>
            <p:nvPr/>
          </p:nvGrpSpPr>
          <p:grpSpPr>
            <a:xfrm>
              <a:off x="883694" y="9753952"/>
              <a:ext cx="7159890" cy="2734224"/>
              <a:chOff x="1936556" y="12558136"/>
              <a:chExt cx="12571546" cy="2738557"/>
            </a:xfrm>
          </p:grpSpPr>
          <p:cxnSp>
            <p:nvCxnSpPr>
              <p:cNvPr id="114" name="直線コネクタ 113">
                <a:extLst>
                  <a:ext uri="{FF2B5EF4-FFF2-40B4-BE49-F238E27FC236}">
                    <a16:creationId xmlns:a16="http://schemas.microsoft.com/office/drawing/2014/main" id="{727A4DFD-8430-3ED4-9800-346C968331C3}"/>
                  </a:ext>
                </a:extLst>
              </p:cNvPr>
              <p:cNvCxnSpPr>
                <a:cxnSpLocks/>
              </p:cNvCxnSpPr>
              <p:nvPr/>
            </p:nvCxnSpPr>
            <p:spPr>
              <a:xfrm>
                <a:off x="1936556" y="12558136"/>
                <a:ext cx="0" cy="2526989"/>
              </a:xfrm>
              <a:prstGeom prst="line">
                <a:avLst/>
              </a:prstGeom>
              <a:ln w="31750"/>
            </p:spPr>
            <p:style>
              <a:lnRef idx="2">
                <a:schemeClr val="dk1"/>
              </a:lnRef>
              <a:fillRef idx="0">
                <a:schemeClr val="dk1"/>
              </a:fillRef>
              <a:effectRef idx="1">
                <a:schemeClr val="dk1"/>
              </a:effectRef>
              <a:fontRef idx="minor">
                <a:schemeClr val="tx1"/>
              </a:fontRef>
            </p:style>
          </p:cxnSp>
          <p:sp>
            <p:nvSpPr>
              <p:cNvPr id="115" name="テキスト ボックス 114">
                <a:extLst>
                  <a:ext uri="{FF2B5EF4-FFF2-40B4-BE49-F238E27FC236}">
                    <a16:creationId xmlns:a16="http://schemas.microsoft.com/office/drawing/2014/main" id="{8DDCB98E-F1AB-1053-C55F-CB83BA433931}"/>
                  </a:ext>
                </a:extLst>
              </p:cNvPr>
              <p:cNvSpPr txBox="1">
                <a:spLocks/>
              </p:cNvSpPr>
              <p:nvPr/>
            </p:nvSpPr>
            <p:spPr>
              <a:xfrm>
                <a:off x="2047375" y="12687300"/>
                <a:ext cx="8707878" cy="523220"/>
              </a:xfrm>
              <a:prstGeom prst="rect">
                <a:avLst/>
              </a:prstGeom>
              <a:noFill/>
            </p:spPr>
            <p:txBody>
              <a:bodyPr wrap="square" lIns="90000" rtlCol="0">
                <a:spAutoFit/>
              </a:bodyPr>
              <a:lstStyle/>
              <a:p>
                <a:r>
                  <a:rPr kumimoji="1" lang="en-US" altLang="ja-JP" sz="2800" b="1" dirty="0">
                    <a:latin typeface="メイリオ" panose="020B0604030504040204" pitchFamily="50" charset="-128"/>
                    <a:ea typeface="メイリオ" panose="020B0604030504040204" pitchFamily="50" charset="-128"/>
                  </a:rPr>
                  <a:t>UVA/Padova </a:t>
                </a:r>
                <a:r>
                  <a:rPr kumimoji="1" lang="ja-JP" altLang="en-US" sz="2800" b="1">
                    <a:latin typeface="メイリオ" panose="020B0604030504040204" pitchFamily="50" charset="-128"/>
                    <a:ea typeface="メイリオ" panose="020B0604030504040204" pitchFamily="50" charset="-128"/>
                  </a:rPr>
                  <a:t>モデル</a:t>
                </a:r>
                <a:r>
                  <a:rPr kumimoji="1" lang="en-US" altLang="ja-JP" sz="2800" b="1" baseline="30000" dirty="0">
                    <a:latin typeface="メイリオ" panose="020B0604030504040204" pitchFamily="50" charset="-128"/>
                    <a:ea typeface="メイリオ" panose="020B0604030504040204" pitchFamily="50" charset="-128"/>
                  </a:rPr>
                  <a:t>[1][2]</a:t>
                </a:r>
                <a:endParaRPr kumimoji="1" lang="ja-JP" altLang="en-US" sz="2800" b="1" baseline="30000" dirty="0">
                  <a:latin typeface="メイリオ" panose="020B0604030504040204" pitchFamily="50" charset="-128"/>
                  <a:ea typeface="メイリオ" panose="020B0604030504040204" pitchFamily="50" charset="-128"/>
                </a:endParaRPr>
              </a:p>
            </p:txBody>
          </p:sp>
          <p:sp>
            <p:nvSpPr>
              <p:cNvPr id="116" name="テキスト ボックス 115">
                <a:extLst>
                  <a:ext uri="{FF2B5EF4-FFF2-40B4-BE49-F238E27FC236}">
                    <a16:creationId xmlns:a16="http://schemas.microsoft.com/office/drawing/2014/main" id="{8B9BE608-7B05-3BC0-F124-D87B5544C0DC}"/>
                  </a:ext>
                </a:extLst>
              </p:cNvPr>
              <p:cNvSpPr txBox="1"/>
              <p:nvPr/>
            </p:nvSpPr>
            <p:spPr>
              <a:xfrm>
                <a:off x="2115575" y="13357701"/>
                <a:ext cx="12392527" cy="1938992"/>
              </a:xfrm>
              <a:prstGeom prst="rect">
                <a:avLst/>
              </a:prstGeom>
              <a:noFill/>
            </p:spPr>
            <p:txBody>
              <a:bodyPr wrap="square" rtlCol="0">
                <a:spAutoFit/>
              </a:bodyPr>
              <a:lstStyle/>
              <a:p>
                <a:r>
                  <a:rPr kumimoji="1" lang="ja-JP" altLang="en-US" sz="2400" dirty="0">
                    <a:latin typeface="メイリオ" panose="020B0604030504040204" pitchFamily="50" charset="-128"/>
                    <a:ea typeface="メイリオ" panose="020B0604030504040204" pitchFamily="50" charset="-128"/>
                  </a:rPr>
                  <a:t>アメリカ</a:t>
                </a:r>
                <a:r>
                  <a:rPr kumimoji="1" lang="en-US" altLang="ja-JP" sz="2400" dirty="0">
                    <a:latin typeface="メイリオ" panose="020B0604030504040204" pitchFamily="50" charset="-128"/>
                    <a:ea typeface="メイリオ" panose="020B0604030504040204" pitchFamily="50" charset="-128"/>
                  </a:rPr>
                  <a:t>FDA</a:t>
                </a:r>
                <a:r>
                  <a:rPr kumimoji="1" lang="ja-JP" altLang="en-US" sz="2400" dirty="0">
                    <a:latin typeface="メイリオ" panose="020B0604030504040204" pitchFamily="50" charset="-128"/>
                    <a:ea typeface="メイリオ" panose="020B0604030504040204" pitchFamily="50" charset="-128"/>
                  </a:rPr>
                  <a:t>が動物実験の代替として承認</a:t>
                </a:r>
                <a:r>
                  <a:rPr kumimoji="1" lang="ja-JP" altLang="en-US" sz="2400">
                    <a:latin typeface="メイリオ" panose="020B0604030504040204" pitchFamily="50" charset="-128"/>
                    <a:ea typeface="メイリオ" panose="020B0604030504040204" pitchFamily="50" charset="-128"/>
                  </a:rPr>
                  <a:t>した，</a:t>
                </a:r>
                <a:endParaRPr kumimoji="1" lang="en-US" altLang="ja-JP" sz="2400" dirty="0">
                  <a:latin typeface="メイリオ" panose="020B0604030504040204" pitchFamily="50" charset="-128"/>
                  <a:ea typeface="メイリオ" panose="020B0604030504040204" pitchFamily="50" charset="-128"/>
                </a:endParaRPr>
              </a:p>
              <a:p>
                <a:r>
                  <a:rPr kumimoji="1" lang="ja-JP" altLang="en-US" sz="2400">
                    <a:latin typeface="メイリオ" panose="020B0604030504040204" pitchFamily="50" charset="-128"/>
                    <a:ea typeface="メイリオ" panose="020B0604030504040204" pitchFamily="50" charset="-128"/>
                  </a:rPr>
                  <a:t>糖</a:t>
                </a:r>
                <a:r>
                  <a:rPr kumimoji="1" lang="ja-JP" altLang="en-US" sz="2400" dirty="0">
                    <a:latin typeface="メイリオ" panose="020B0604030504040204" pitchFamily="50" charset="-128"/>
                    <a:ea typeface="メイリオ" panose="020B0604030504040204" pitchFamily="50" charset="-128"/>
                  </a:rPr>
                  <a:t>代謝シミュレーションモデルで</a:t>
                </a:r>
                <a:r>
                  <a:rPr kumimoji="1" lang="ja-JP" altLang="en-US" sz="2400">
                    <a:latin typeface="メイリオ" panose="020B0604030504040204" pitchFamily="50" charset="-128"/>
                    <a:ea typeface="メイリオ" panose="020B0604030504040204" pitchFamily="50" charset="-128"/>
                  </a:rPr>
                  <a:t>ある．</a:t>
                </a:r>
                <a:endParaRPr kumimoji="1" lang="en-US" altLang="ja-JP" sz="2400" dirty="0">
                  <a:latin typeface="メイリオ" panose="020B0604030504040204" pitchFamily="50" charset="-128"/>
                  <a:ea typeface="メイリオ" panose="020B0604030504040204" pitchFamily="50" charset="-128"/>
                </a:endParaRPr>
              </a:p>
              <a:p>
                <a:r>
                  <a:rPr kumimoji="1" lang="en-US" altLang="ja-JP" sz="2400" dirty="0">
                    <a:latin typeface="メイリオ" panose="020B0604030504040204" pitchFamily="50" charset="-128"/>
                    <a:ea typeface="メイリオ" panose="020B0604030504040204" pitchFamily="50" charset="-128"/>
                  </a:rPr>
                  <a:t>1</a:t>
                </a:r>
                <a:r>
                  <a:rPr kumimoji="1" lang="ja-JP" altLang="en-US" sz="2400" dirty="0">
                    <a:latin typeface="メイリオ" panose="020B0604030504040204" pitchFamily="50" charset="-128"/>
                    <a:ea typeface="メイリオ" panose="020B0604030504040204" pitchFamily="50" charset="-128"/>
                  </a:rPr>
                  <a:t>型糖尿病患者を精密に再現する</a:t>
                </a:r>
                <a:r>
                  <a:rPr kumimoji="1" lang="ja-JP" altLang="en-US" sz="2400">
                    <a:latin typeface="メイリオ" panose="020B0604030504040204" pitchFamily="50" charset="-128"/>
                    <a:ea typeface="メイリオ" panose="020B0604030504040204" pitchFamily="50" charset="-128"/>
                  </a:rPr>
                  <a:t>ために</a:t>
                </a:r>
                <a:r>
                  <a:rPr kumimoji="1" lang="en-US" altLang="ja-JP" sz="2400" dirty="0">
                    <a:latin typeface="メイリオ" panose="020B0604030504040204" pitchFamily="50" charset="-128"/>
                    <a:ea typeface="メイリオ" panose="020B0604030504040204" pitchFamily="50" charset="-128"/>
                  </a:rPr>
                  <a:t>16</a:t>
                </a:r>
                <a:r>
                  <a:rPr kumimoji="1" lang="ja-JP" altLang="en-US" sz="2400">
                    <a:latin typeface="メイリオ" panose="020B0604030504040204" pitchFamily="50" charset="-128"/>
                    <a:ea typeface="メイリオ" panose="020B0604030504040204" pitchFamily="50" charset="-128"/>
                  </a:rPr>
                  <a:t>次元の</a:t>
                </a:r>
                <a:endParaRPr kumimoji="1" lang="en-US" altLang="ja-JP" sz="2400" dirty="0">
                  <a:latin typeface="メイリオ" panose="020B0604030504040204" pitchFamily="50" charset="-128"/>
                  <a:ea typeface="メイリオ" panose="020B0604030504040204" pitchFamily="50" charset="-128"/>
                </a:endParaRPr>
              </a:p>
              <a:p>
                <a:r>
                  <a:rPr kumimoji="1" lang="ja-JP" altLang="en-US" sz="2400">
                    <a:latin typeface="メイリオ" panose="020B0604030504040204" pitchFamily="50" charset="-128"/>
                    <a:ea typeface="メイリオ" panose="020B0604030504040204" pitchFamily="50" charset="-128"/>
                  </a:rPr>
                  <a:t>状態次元と約</a:t>
                </a:r>
                <a:r>
                  <a:rPr kumimoji="1" lang="en-US" altLang="ja-JP" sz="2400" dirty="0">
                    <a:latin typeface="メイリオ" panose="020B0604030504040204" pitchFamily="50" charset="-128"/>
                    <a:ea typeface="メイリオ" panose="020B0604030504040204" pitchFamily="50" charset="-128"/>
                  </a:rPr>
                  <a:t>4</a:t>
                </a:r>
                <a:r>
                  <a:rPr lang="en-US" altLang="ja-JP" sz="2400" dirty="0">
                    <a:latin typeface="メイリオ" panose="020B0604030504040204" pitchFamily="50" charset="-128"/>
                    <a:ea typeface="メイリオ" panose="020B0604030504040204" pitchFamily="50" charset="-128"/>
                  </a:rPr>
                  <a:t>0</a:t>
                </a:r>
                <a:r>
                  <a:rPr kumimoji="1" lang="ja-JP" altLang="en-US" sz="2400">
                    <a:latin typeface="メイリオ" panose="020B0604030504040204" pitchFamily="50" charset="-128"/>
                    <a:ea typeface="メイリオ" panose="020B0604030504040204" pitchFamily="50" charset="-128"/>
                  </a:rPr>
                  <a:t>の</a:t>
                </a:r>
                <a:r>
                  <a:rPr kumimoji="1" lang="ja-JP" altLang="en-US" sz="2400" dirty="0">
                    <a:latin typeface="メイリオ" panose="020B0604030504040204" pitchFamily="50" charset="-128"/>
                    <a:ea typeface="メイリオ" panose="020B0604030504040204" pitchFamily="50" charset="-128"/>
                  </a:rPr>
                  <a:t>代謝パラメータを</a:t>
                </a:r>
                <a:r>
                  <a:rPr kumimoji="1" lang="ja-JP" altLang="en-US" sz="2400">
                    <a:latin typeface="メイリオ" panose="020B0604030504040204" pitchFamily="50" charset="-128"/>
                    <a:ea typeface="メイリオ" panose="020B0604030504040204" pitchFamily="50" charset="-128"/>
                  </a:rPr>
                  <a:t>含む．</a:t>
                </a:r>
                <a:endParaRPr kumimoji="1" lang="en-US" altLang="ja-JP" sz="2400" dirty="0">
                  <a:latin typeface="メイリオ" panose="020B0604030504040204" pitchFamily="50" charset="-128"/>
                  <a:ea typeface="メイリオ" panose="020B0604030504040204" pitchFamily="50" charset="-128"/>
                </a:endParaRPr>
              </a:p>
              <a:p>
                <a:r>
                  <a:rPr kumimoji="1" lang="ja-JP" altLang="en-US" sz="2400">
                    <a:latin typeface="メイリオ" panose="020B0604030504040204" pitchFamily="50" charset="-128"/>
                    <a:ea typeface="メイリオ" panose="020B0604030504040204" pitchFamily="50" charset="-128"/>
                  </a:rPr>
                  <a:t>また</a:t>
                </a:r>
                <a:r>
                  <a:rPr kumimoji="1" lang="ja-JP" altLang="en-US" sz="2400" dirty="0">
                    <a:latin typeface="メイリオ" panose="020B0604030504040204" pitchFamily="50" charset="-128"/>
                    <a:ea typeface="メイリオ" panose="020B0604030504040204" pitchFamily="50" charset="-128"/>
                  </a:rPr>
                  <a:t>，複数の非線形項を含む．</a:t>
                </a:r>
              </a:p>
            </p:txBody>
          </p:sp>
        </p:grpSp>
        <p:grpSp>
          <p:nvGrpSpPr>
            <p:cNvPr id="186" name="グループ化 185">
              <a:extLst>
                <a:ext uri="{FF2B5EF4-FFF2-40B4-BE49-F238E27FC236}">
                  <a16:creationId xmlns:a16="http://schemas.microsoft.com/office/drawing/2014/main" id="{CAD7D54B-3827-0D54-0403-90792D5CA422}"/>
                </a:ext>
              </a:extLst>
            </p:cNvPr>
            <p:cNvGrpSpPr/>
            <p:nvPr/>
          </p:nvGrpSpPr>
          <p:grpSpPr>
            <a:xfrm>
              <a:off x="8315461" y="9057148"/>
              <a:ext cx="6702389" cy="3796725"/>
              <a:chOff x="563828" y="315646"/>
              <a:chExt cx="10800545" cy="3940488"/>
            </a:xfrm>
          </p:grpSpPr>
          <p:sp>
            <p:nvSpPr>
              <p:cNvPr id="187" name="正方形/長方形 186">
                <a:extLst>
                  <a:ext uri="{FF2B5EF4-FFF2-40B4-BE49-F238E27FC236}">
                    <a16:creationId xmlns:a16="http://schemas.microsoft.com/office/drawing/2014/main" id="{FAEF99C1-2F1D-5634-8D2E-D75D248DC4CA}"/>
                  </a:ext>
                </a:extLst>
              </p:cNvPr>
              <p:cNvSpPr/>
              <p:nvPr/>
            </p:nvSpPr>
            <p:spPr>
              <a:xfrm>
                <a:off x="4529723" y="3559395"/>
                <a:ext cx="2080563" cy="696739"/>
              </a:xfrm>
              <a:prstGeom prst="rect">
                <a:avLst/>
              </a:prstGeom>
              <a:ln w="25400"/>
            </p:spPr>
            <p:style>
              <a:lnRef idx="2">
                <a:schemeClr val="dk1"/>
              </a:lnRef>
              <a:fillRef idx="1">
                <a:schemeClr val="lt1"/>
              </a:fillRef>
              <a:effectRef idx="0">
                <a:schemeClr val="dk1"/>
              </a:effectRef>
              <a:fontRef idx="minor">
                <a:schemeClr val="dk1"/>
              </a:fontRef>
            </p:style>
            <p:txBody>
              <a:bodyPr rtlCol="0" anchor="ctr"/>
              <a:lstStyle/>
              <a:p>
                <a:pPr algn="ctr"/>
                <a:r>
                  <a:rPr kumimoji="1" lang="en-US" altLang="ja-JP" sz="1050" b="1" dirty="0">
                    <a:latin typeface="Hiragino Kaku Gothic ProN W3" panose="020B0300000000000000" pitchFamily="34" charset="-128"/>
                    <a:ea typeface="Hiragino Kaku Gothic ProN W3" panose="020B0300000000000000" pitchFamily="34" charset="-128"/>
                    <a:cs typeface="Arial" panose="020B0604020202020204" pitchFamily="34" charset="0"/>
                  </a:rPr>
                  <a:t>Subcutaneous</a:t>
                </a:r>
              </a:p>
              <a:p>
                <a:pPr algn="ctr"/>
                <a:r>
                  <a:rPr lang="en-US" altLang="ja-JP" sz="1050" b="1" dirty="0">
                    <a:latin typeface="Hiragino Kaku Gothic ProN W3" panose="020B0300000000000000" pitchFamily="34" charset="-128"/>
                    <a:ea typeface="Hiragino Kaku Gothic ProN W3" panose="020B0300000000000000" pitchFamily="34" charset="-128"/>
                    <a:cs typeface="Arial" panose="020B0604020202020204" pitchFamily="34" charset="0"/>
                  </a:rPr>
                  <a:t>Insulin</a:t>
                </a:r>
                <a:endParaRPr kumimoji="1" lang="en-US" altLang="ja-JP" sz="1050" b="1" dirty="0">
                  <a:latin typeface="Hiragino Kaku Gothic ProN W3" panose="020B0300000000000000" pitchFamily="34" charset="-128"/>
                  <a:ea typeface="Hiragino Kaku Gothic ProN W3" panose="020B0300000000000000" pitchFamily="34" charset="-128"/>
                  <a:cs typeface="Arial" panose="020B0604020202020204" pitchFamily="34" charset="0"/>
                </a:endParaRPr>
              </a:p>
            </p:txBody>
          </p:sp>
          <p:sp>
            <p:nvSpPr>
              <p:cNvPr id="188" name="正方形/長方形 187">
                <a:extLst>
                  <a:ext uri="{FF2B5EF4-FFF2-40B4-BE49-F238E27FC236}">
                    <a16:creationId xmlns:a16="http://schemas.microsoft.com/office/drawing/2014/main" id="{FE9ACF2D-0C62-75B8-3B46-3FB322725E99}"/>
                  </a:ext>
                </a:extLst>
              </p:cNvPr>
              <p:cNvSpPr/>
              <p:nvPr/>
            </p:nvSpPr>
            <p:spPr>
              <a:xfrm>
                <a:off x="7403594" y="3559396"/>
                <a:ext cx="1566847" cy="696738"/>
              </a:xfrm>
              <a:prstGeom prst="rect">
                <a:avLst/>
              </a:prstGeom>
              <a:ln w="25400"/>
            </p:spPr>
            <p:style>
              <a:lnRef idx="2">
                <a:schemeClr val="dk1"/>
              </a:lnRef>
              <a:fillRef idx="1">
                <a:schemeClr val="lt1"/>
              </a:fillRef>
              <a:effectRef idx="0">
                <a:schemeClr val="dk1"/>
              </a:effectRef>
              <a:fontRef idx="minor">
                <a:schemeClr val="dk1"/>
              </a:fontRef>
            </p:style>
            <p:txBody>
              <a:bodyPr rtlCol="0" anchor="ctr"/>
              <a:lstStyle/>
              <a:p>
                <a:pPr algn="ctr"/>
                <a:r>
                  <a:rPr lang="en-US" altLang="ja-JP" sz="1050" b="1" dirty="0">
                    <a:latin typeface="Hiragino Kaku Gothic ProN W3" panose="020B0300000000000000" pitchFamily="34" charset="-128"/>
                    <a:ea typeface="Hiragino Kaku Gothic ProN W3" panose="020B0300000000000000" pitchFamily="34" charset="-128"/>
                    <a:cs typeface="Arial" panose="020B0604020202020204" pitchFamily="34" charset="0"/>
                  </a:rPr>
                  <a:t>Insulin</a:t>
                </a:r>
              </a:p>
              <a:p>
                <a:pPr algn="ctr"/>
                <a:r>
                  <a:rPr lang="en-US" altLang="ja-JP" sz="1050" b="1" dirty="0">
                    <a:latin typeface="Hiragino Kaku Gothic ProN W3" panose="020B0300000000000000" pitchFamily="34" charset="-128"/>
                    <a:ea typeface="Hiragino Kaku Gothic ProN W3" panose="020B0300000000000000" pitchFamily="34" charset="-128"/>
                    <a:cs typeface="Arial" panose="020B0604020202020204" pitchFamily="34" charset="0"/>
                  </a:rPr>
                  <a:t>system</a:t>
                </a:r>
                <a:endParaRPr kumimoji="1" lang="en-US" altLang="ja-JP" sz="1050" b="1" dirty="0">
                  <a:latin typeface="Hiragino Kaku Gothic ProN W3" panose="020B0300000000000000" pitchFamily="34" charset="-128"/>
                  <a:ea typeface="Hiragino Kaku Gothic ProN W3" panose="020B0300000000000000" pitchFamily="34" charset="-128"/>
                  <a:cs typeface="Arial" panose="020B0604020202020204" pitchFamily="34" charset="0"/>
                </a:endParaRPr>
              </a:p>
            </p:txBody>
          </p:sp>
          <p:sp>
            <p:nvSpPr>
              <p:cNvPr id="189" name="正方形/長方形 188">
                <a:extLst>
                  <a:ext uri="{FF2B5EF4-FFF2-40B4-BE49-F238E27FC236}">
                    <a16:creationId xmlns:a16="http://schemas.microsoft.com/office/drawing/2014/main" id="{C18B012E-88F3-385A-0428-96C3DF410ED7}"/>
                  </a:ext>
                </a:extLst>
              </p:cNvPr>
              <p:cNvSpPr/>
              <p:nvPr/>
            </p:nvSpPr>
            <p:spPr>
              <a:xfrm>
                <a:off x="7357067" y="2003330"/>
                <a:ext cx="1655819" cy="766710"/>
              </a:xfrm>
              <a:prstGeom prst="rect">
                <a:avLst/>
              </a:prstGeom>
              <a:ln w="25400"/>
            </p:spPr>
            <p:style>
              <a:lnRef idx="2">
                <a:schemeClr val="dk1"/>
              </a:lnRef>
              <a:fillRef idx="1">
                <a:schemeClr val="lt1"/>
              </a:fillRef>
              <a:effectRef idx="0">
                <a:schemeClr val="dk1"/>
              </a:effectRef>
              <a:fontRef idx="minor">
                <a:schemeClr val="dk1"/>
              </a:fontRef>
            </p:style>
            <p:txBody>
              <a:bodyPr rtlCol="0" anchor="ctr"/>
              <a:lstStyle/>
              <a:p>
                <a:pPr algn="ctr"/>
                <a:r>
                  <a:rPr lang="en-US" altLang="ja-JP" sz="1050" b="1" dirty="0">
                    <a:latin typeface="Hiragino Kaku Gothic ProN W3" panose="020B0300000000000000" pitchFamily="34" charset="-128"/>
                    <a:ea typeface="Hiragino Kaku Gothic ProN W3" panose="020B0300000000000000" pitchFamily="34" charset="-128"/>
                    <a:cs typeface="Arial" panose="020B0604020202020204" pitchFamily="34" charset="0"/>
                  </a:rPr>
                  <a:t>Glucose</a:t>
                </a:r>
              </a:p>
              <a:p>
                <a:pPr algn="ctr"/>
                <a:r>
                  <a:rPr kumimoji="1" lang="en-US" altLang="ja-JP" sz="1050" b="1" dirty="0">
                    <a:latin typeface="Hiragino Kaku Gothic ProN W3" panose="020B0300000000000000" pitchFamily="34" charset="-128"/>
                    <a:ea typeface="Hiragino Kaku Gothic ProN W3" panose="020B0300000000000000" pitchFamily="34" charset="-128"/>
                    <a:cs typeface="Arial" panose="020B0604020202020204" pitchFamily="34" charset="0"/>
                  </a:rPr>
                  <a:t>system</a:t>
                </a:r>
              </a:p>
            </p:txBody>
          </p:sp>
          <p:sp>
            <p:nvSpPr>
              <p:cNvPr id="190" name="正方形/長方形 189">
                <a:extLst>
                  <a:ext uri="{FF2B5EF4-FFF2-40B4-BE49-F238E27FC236}">
                    <a16:creationId xmlns:a16="http://schemas.microsoft.com/office/drawing/2014/main" id="{2CA457E6-7DE9-911F-9F57-39855C03FDEE}"/>
                  </a:ext>
                </a:extLst>
              </p:cNvPr>
              <p:cNvSpPr/>
              <p:nvPr/>
            </p:nvSpPr>
            <p:spPr>
              <a:xfrm>
                <a:off x="9678401" y="2055882"/>
                <a:ext cx="1655818" cy="766710"/>
              </a:xfrm>
              <a:prstGeom prst="rect">
                <a:avLst/>
              </a:prstGeom>
              <a:ln w="25400"/>
            </p:spPr>
            <p:style>
              <a:lnRef idx="2">
                <a:schemeClr val="dk1"/>
              </a:lnRef>
              <a:fillRef idx="1">
                <a:schemeClr val="lt1"/>
              </a:fillRef>
              <a:effectRef idx="0">
                <a:schemeClr val="dk1"/>
              </a:effectRef>
              <a:fontRef idx="minor">
                <a:schemeClr val="dk1"/>
              </a:fontRef>
            </p:style>
            <p:txBody>
              <a:bodyPr rtlCol="0" anchor="ctr"/>
              <a:lstStyle/>
              <a:p>
                <a:pPr algn="ctr"/>
                <a:r>
                  <a:rPr lang="en-US" altLang="ja-JP" sz="1050" b="1" dirty="0">
                    <a:latin typeface="Hiragino Kaku Gothic ProN W3" panose="020B0300000000000000" pitchFamily="34" charset="-128"/>
                    <a:ea typeface="Hiragino Kaku Gothic ProN W3" panose="020B0300000000000000" pitchFamily="34" charset="-128"/>
                    <a:cs typeface="Arial" panose="020B0604020202020204" pitchFamily="34" charset="0"/>
                  </a:rPr>
                  <a:t>Muscle and</a:t>
                </a:r>
              </a:p>
              <a:p>
                <a:pPr algn="ctr"/>
                <a:r>
                  <a:rPr lang="en-US" altLang="ja-JP" sz="1050" b="1" dirty="0">
                    <a:latin typeface="Hiragino Kaku Gothic ProN W3" panose="020B0300000000000000" pitchFamily="34" charset="-128"/>
                    <a:ea typeface="Hiragino Kaku Gothic ProN W3" panose="020B0300000000000000" pitchFamily="34" charset="-128"/>
                    <a:cs typeface="Arial" panose="020B0604020202020204" pitchFamily="34" charset="0"/>
                  </a:rPr>
                  <a:t>adipose tissues</a:t>
                </a:r>
                <a:endParaRPr kumimoji="1" lang="en-US" altLang="ja-JP" sz="1050" b="1" dirty="0">
                  <a:latin typeface="Hiragino Kaku Gothic ProN W3" panose="020B0300000000000000" pitchFamily="34" charset="-128"/>
                  <a:ea typeface="Hiragino Kaku Gothic ProN W3" panose="020B0300000000000000" pitchFamily="34" charset="-128"/>
                  <a:cs typeface="Arial" panose="020B0604020202020204" pitchFamily="34" charset="0"/>
                </a:endParaRPr>
              </a:p>
            </p:txBody>
          </p:sp>
          <p:sp>
            <p:nvSpPr>
              <p:cNvPr id="191" name="正方形/長方形 190">
                <a:extLst>
                  <a:ext uri="{FF2B5EF4-FFF2-40B4-BE49-F238E27FC236}">
                    <a16:creationId xmlns:a16="http://schemas.microsoft.com/office/drawing/2014/main" id="{9AC11E7C-415D-BF94-7875-9887B3648EFE}"/>
                  </a:ext>
                </a:extLst>
              </p:cNvPr>
              <p:cNvSpPr/>
              <p:nvPr/>
            </p:nvSpPr>
            <p:spPr>
              <a:xfrm>
                <a:off x="5031407" y="2023914"/>
                <a:ext cx="1311631" cy="766710"/>
              </a:xfrm>
              <a:prstGeom prst="rect">
                <a:avLst/>
              </a:prstGeom>
              <a:ln w="25400"/>
            </p:spPr>
            <p:style>
              <a:lnRef idx="2">
                <a:schemeClr val="dk1"/>
              </a:lnRef>
              <a:fillRef idx="1">
                <a:schemeClr val="lt1"/>
              </a:fillRef>
              <a:effectRef idx="0">
                <a:schemeClr val="dk1"/>
              </a:effectRef>
              <a:fontRef idx="minor">
                <a:schemeClr val="dk1"/>
              </a:fontRef>
            </p:style>
            <p:txBody>
              <a:bodyPr rtlCol="0" anchor="ctr"/>
              <a:lstStyle/>
              <a:p>
                <a:pPr algn="ctr"/>
                <a:r>
                  <a:rPr kumimoji="1" lang="en-US" altLang="ja-JP" sz="1050" b="1" dirty="0">
                    <a:latin typeface="Hiragino Kaku Gothic ProN W3" panose="020B0300000000000000" pitchFamily="34" charset="-128"/>
                    <a:ea typeface="Hiragino Kaku Gothic ProN W3" panose="020B0300000000000000" pitchFamily="34" charset="-128"/>
                    <a:cs typeface="Arial" panose="020B0604020202020204" pitchFamily="34" charset="0"/>
                  </a:rPr>
                  <a:t>LIVER</a:t>
                </a:r>
              </a:p>
            </p:txBody>
          </p:sp>
          <p:sp>
            <p:nvSpPr>
              <p:cNvPr id="192" name="正方形/長方形 191">
                <a:extLst>
                  <a:ext uri="{FF2B5EF4-FFF2-40B4-BE49-F238E27FC236}">
                    <a16:creationId xmlns:a16="http://schemas.microsoft.com/office/drawing/2014/main" id="{D25E0A77-3D10-3B38-4678-DF9B93210804}"/>
                  </a:ext>
                </a:extLst>
              </p:cNvPr>
              <p:cNvSpPr/>
              <p:nvPr/>
            </p:nvSpPr>
            <p:spPr>
              <a:xfrm>
                <a:off x="5005617" y="718540"/>
                <a:ext cx="2078640" cy="766710"/>
              </a:xfrm>
              <a:prstGeom prst="rect">
                <a:avLst/>
              </a:prstGeom>
              <a:ln w="25400"/>
            </p:spPr>
            <p:style>
              <a:lnRef idx="2">
                <a:schemeClr val="dk1"/>
              </a:lnRef>
              <a:fillRef idx="1">
                <a:schemeClr val="lt1"/>
              </a:fillRef>
              <a:effectRef idx="0">
                <a:schemeClr val="dk1"/>
              </a:effectRef>
              <a:fontRef idx="minor">
                <a:schemeClr val="dk1"/>
              </a:fontRef>
            </p:style>
            <p:txBody>
              <a:bodyPr rtlCol="0" anchor="ctr"/>
              <a:lstStyle/>
              <a:p>
                <a:pPr algn="ctr"/>
                <a:r>
                  <a:rPr kumimoji="1" lang="en-US" altLang="ja-JP" sz="1050" b="1" dirty="0">
                    <a:latin typeface="Hiragino Kaku Gothic ProN W3" panose="020B0300000000000000" pitchFamily="34" charset="-128"/>
                    <a:ea typeface="Hiragino Kaku Gothic ProN W3" panose="020B0300000000000000" pitchFamily="34" charset="-128"/>
                    <a:cs typeface="Arial" panose="020B0604020202020204" pitchFamily="34" charset="0"/>
                  </a:rPr>
                  <a:t>Gastrointestinal</a:t>
                </a:r>
              </a:p>
              <a:p>
                <a:pPr algn="ctr"/>
                <a:r>
                  <a:rPr lang="en-US" altLang="ja-JP" sz="1050" b="1" dirty="0">
                    <a:latin typeface="Hiragino Kaku Gothic ProN W3" panose="020B0300000000000000" pitchFamily="34" charset="-128"/>
                    <a:ea typeface="Hiragino Kaku Gothic ProN W3" panose="020B0300000000000000" pitchFamily="34" charset="-128"/>
                    <a:cs typeface="Arial" panose="020B0604020202020204" pitchFamily="34" charset="0"/>
                  </a:rPr>
                  <a:t>tract</a:t>
                </a:r>
                <a:endParaRPr kumimoji="1" lang="en-US" altLang="ja-JP" sz="1050" b="1" dirty="0">
                  <a:latin typeface="Hiragino Kaku Gothic ProN W3" panose="020B0300000000000000" pitchFamily="34" charset="-128"/>
                  <a:ea typeface="Hiragino Kaku Gothic ProN W3" panose="020B0300000000000000" pitchFamily="34" charset="-128"/>
                  <a:cs typeface="Arial" panose="020B0604020202020204" pitchFamily="34" charset="0"/>
                </a:endParaRPr>
              </a:p>
            </p:txBody>
          </p:sp>
          <p:sp>
            <p:nvSpPr>
              <p:cNvPr id="193" name="正方形/長方形 192">
                <a:extLst>
                  <a:ext uri="{FF2B5EF4-FFF2-40B4-BE49-F238E27FC236}">
                    <a16:creationId xmlns:a16="http://schemas.microsoft.com/office/drawing/2014/main" id="{8548DE79-72A8-DC34-3F84-339E2B7F83E0}"/>
                  </a:ext>
                </a:extLst>
              </p:cNvPr>
              <p:cNvSpPr/>
              <p:nvPr/>
            </p:nvSpPr>
            <p:spPr>
              <a:xfrm>
                <a:off x="8147354" y="1141591"/>
                <a:ext cx="1531047" cy="335109"/>
              </a:xfrm>
              <a:prstGeom prst="rect">
                <a:avLst/>
              </a:prstGeom>
              <a:ln w="25400"/>
            </p:spPr>
            <p:style>
              <a:lnRef idx="2">
                <a:schemeClr val="dk1"/>
              </a:lnRef>
              <a:fillRef idx="1">
                <a:schemeClr val="lt1"/>
              </a:fillRef>
              <a:effectRef idx="0">
                <a:schemeClr val="dk1"/>
              </a:effectRef>
              <a:fontRef idx="minor">
                <a:schemeClr val="dk1"/>
              </a:fontRef>
            </p:style>
            <p:txBody>
              <a:bodyPr rtlCol="0" anchor="ctr"/>
              <a:lstStyle/>
              <a:p>
                <a:pPr algn="ctr"/>
                <a:r>
                  <a:rPr kumimoji="1" lang="en-US" altLang="ja-JP" sz="1050" b="1" dirty="0">
                    <a:latin typeface="Hiragino Kaku Gothic ProN W3" panose="020B0300000000000000" pitchFamily="34" charset="-128"/>
                    <a:ea typeface="Hiragino Kaku Gothic ProN W3" panose="020B0300000000000000" pitchFamily="34" charset="-128"/>
                    <a:cs typeface="Arial" panose="020B0604020202020204" pitchFamily="34" charset="0"/>
                  </a:rPr>
                  <a:t>Renal</a:t>
                </a:r>
              </a:p>
            </p:txBody>
          </p:sp>
          <p:sp>
            <p:nvSpPr>
              <p:cNvPr id="194" name="正方形/長方形 193">
                <a:extLst>
                  <a:ext uri="{FF2B5EF4-FFF2-40B4-BE49-F238E27FC236}">
                    <a16:creationId xmlns:a16="http://schemas.microsoft.com/office/drawing/2014/main" id="{3E9AB794-5CCD-9F6A-381E-5C1665B19498}"/>
                  </a:ext>
                </a:extLst>
              </p:cNvPr>
              <p:cNvSpPr/>
              <p:nvPr/>
            </p:nvSpPr>
            <p:spPr>
              <a:xfrm>
                <a:off x="8378157" y="423283"/>
                <a:ext cx="2986216" cy="383355"/>
              </a:xfrm>
              <a:prstGeom prst="rect">
                <a:avLst/>
              </a:prstGeom>
              <a:ln w="25400"/>
            </p:spPr>
            <p:style>
              <a:lnRef idx="2">
                <a:schemeClr val="dk1"/>
              </a:lnRef>
              <a:fillRef idx="1">
                <a:schemeClr val="lt1"/>
              </a:fillRef>
              <a:effectRef idx="0">
                <a:schemeClr val="dk1"/>
              </a:effectRef>
              <a:fontRef idx="minor">
                <a:schemeClr val="dk1"/>
              </a:fontRef>
            </p:style>
            <p:txBody>
              <a:bodyPr rtlCol="0" anchor="ctr"/>
              <a:lstStyle/>
              <a:p>
                <a:pPr algn="ctr"/>
                <a:r>
                  <a:rPr lang="en-US" altLang="ja-JP" sz="1050" b="1" dirty="0">
                    <a:latin typeface="Hiragino Kaku Gothic ProN W3" panose="020B0300000000000000" pitchFamily="34" charset="-128"/>
                    <a:ea typeface="Hiragino Kaku Gothic ProN W3" panose="020B0300000000000000" pitchFamily="34" charset="-128"/>
                    <a:cs typeface="Arial" panose="020B0604020202020204" pitchFamily="34" charset="0"/>
                  </a:rPr>
                  <a:t>Brain and erythrocytes</a:t>
                </a:r>
                <a:endParaRPr kumimoji="1" lang="en-US" altLang="ja-JP" sz="1050" b="1" dirty="0">
                  <a:latin typeface="Hiragino Kaku Gothic ProN W3" panose="020B0300000000000000" pitchFamily="34" charset="-128"/>
                  <a:ea typeface="Hiragino Kaku Gothic ProN W3" panose="020B0300000000000000" pitchFamily="34" charset="-128"/>
                  <a:cs typeface="Arial" panose="020B0604020202020204" pitchFamily="34" charset="0"/>
                </a:endParaRPr>
              </a:p>
            </p:txBody>
          </p:sp>
          <p:sp>
            <p:nvSpPr>
              <p:cNvPr id="195" name="正方形/長方形 194">
                <a:extLst>
                  <a:ext uri="{FF2B5EF4-FFF2-40B4-BE49-F238E27FC236}">
                    <a16:creationId xmlns:a16="http://schemas.microsoft.com/office/drawing/2014/main" id="{9A5B9BCB-CDE5-515C-EC04-20041C6ABA37}"/>
                  </a:ext>
                </a:extLst>
              </p:cNvPr>
              <p:cNvSpPr/>
              <p:nvPr/>
            </p:nvSpPr>
            <p:spPr>
              <a:xfrm>
                <a:off x="2997581" y="2029443"/>
                <a:ext cx="1655819" cy="766710"/>
              </a:xfrm>
              <a:prstGeom prst="rect">
                <a:avLst/>
              </a:prstGeom>
              <a:ln w="25400"/>
            </p:spPr>
            <p:style>
              <a:lnRef idx="2">
                <a:schemeClr val="dk1"/>
              </a:lnRef>
              <a:fillRef idx="1">
                <a:schemeClr val="lt1"/>
              </a:fillRef>
              <a:effectRef idx="0">
                <a:schemeClr val="dk1"/>
              </a:effectRef>
              <a:fontRef idx="minor">
                <a:schemeClr val="dk1"/>
              </a:fontRef>
            </p:style>
            <p:txBody>
              <a:bodyPr rtlCol="0" anchor="ctr"/>
              <a:lstStyle/>
              <a:p>
                <a:pPr algn="ctr"/>
                <a:r>
                  <a:rPr kumimoji="1" lang="en-US" altLang="ja-JP" sz="1050" b="1" dirty="0">
                    <a:latin typeface="Hiragino Kaku Gothic ProN W3" panose="020B0300000000000000" pitchFamily="34" charset="-128"/>
                    <a:ea typeface="Hiragino Kaku Gothic ProN W3" panose="020B0300000000000000" pitchFamily="34" charset="-128"/>
                    <a:cs typeface="Arial" panose="020B0604020202020204" pitchFamily="34" charset="0"/>
                  </a:rPr>
                  <a:t>Glucagon</a:t>
                </a:r>
              </a:p>
              <a:p>
                <a:pPr algn="ctr"/>
                <a:r>
                  <a:rPr lang="en-US" altLang="ja-JP" sz="1050" b="1" dirty="0">
                    <a:latin typeface="Hiragino Kaku Gothic ProN W3" panose="020B0300000000000000" pitchFamily="34" charset="-128"/>
                    <a:ea typeface="Hiragino Kaku Gothic ProN W3" panose="020B0300000000000000" pitchFamily="34" charset="-128"/>
                    <a:cs typeface="Arial" panose="020B0604020202020204" pitchFamily="34" charset="0"/>
                  </a:rPr>
                  <a:t>system</a:t>
                </a:r>
                <a:endParaRPr kumimoji="1" lang="en-US" altLang="ja-JP" sz="1050" b="1" dirty="0">
                  <a:latin typeface="Hiragino Kaku Gothic ProN W3" panose="020B0300000000000000" pitchFamily="34" charset="-128"/>
                  <a:ea typeface="Hiragino Kaku Gothic ProN W3" panose="020B0300000000000000" pitchFamily="34" charset="-128"/>
                  <a:cs typeface="Arial" panose="020B0604020202020204" pitchFamily="34" charset="0"/>
                </a:endParaRPr>
              </a:p>
            </p:txBody>
          </p:sp>
          <p:sp>
            <p:nvSpPr>
              <p:cNvPr id="196" name="正方形/長方形 195">
                <a:extLst>
                  <a:ext uri="{FF2B5EF4-FFF2-40B4-BE49-F238E27FC236}">
                    <a16:creationId xmlns:a16="http://schemas.microsoft.com/office/drawing/2014/main" id="{5F0FDE7C-2443-EEDB-570E-02D0836B40BE}"/>
                  </a:ext>
                </a:extLst>
              </p:cNvPr>
              <p:cNvSpPr/>
              <p:nvPr/>
            </p:nvSpPr>
            <p:spPr>
              <a:xfrm>
                <a:off x="563828" y="2035324"/>
                <a:ext cx="1655818" cy="766710"/>
              </a:xfrm>
              <a:prstGeom prst="rect">
                <a:avLst/>
              </a:prstGeom>
              <a:ln w="25400"/>
            </p:spPr>
            <p:style>
              <a:lnRef idx="2">
                <a:schemeClr val="dk1"/>
              </a:lnRef>
              <a:fillRef idx="1">
                <a:schemeClr val="lt1"/>
              </a:fillRef>
              <a:effectRef idx="0">
                <a:schemeClr val="dk1"/>
              </a:effectRef>
              <a:fontRef idx="minor">
                <a:schemeClr val="dk1"/>
              </a:fontRef>
            </p:style>
            <p:txBody>
              <a:bodyPr rtlCol="0" anchor="ctr"/>
              <a:lstStyle/>
              <a:p>
                <a:pPr algn="ctr"/>
                <a:r>
                  <a:rPr kumimoji="1" lang="en-US" altLang="ja-JP" sz="1050" b="1" dirty="0">
                    <a:latin typeface="Hiragino Kaku Gothic ProN W3" panose="020B0300000000000000" pitchFamily="34" charset="-128"/>
                    <a:ea typeface="Hiragino Kaku Gothic ProN W3" panose="020B0300000000000000" pitchFamily="34" charset="-128"/>
                    <a:cs typeface="Arial" panose="020B0604020202020204" pitchFamily="34" charset="0"/>
                  </a:rPr>
                  <a:t>Alpha-cell</a:t>
                </a:r>
              </a:p>
            </p:txBody>
          </p:sp>
          <p:sp>
            <p:nvSpPr>
              <p:cNvPr id="197" name="正方形/長方形 196">
                <a:extLst>
                  <a:ext uri="{FF2B5EF4-FFF2-40B4-BE49-F238E27FC236}">
                    <a16:creationId xmlns:a16="http://schemas.microsoft.com/office/drawing/2014/main" id="{EA135851-4603-652A-35F5-A33768B02A8B}"/>
                  </a:ext>
                </a:extLst>
              </p:cNvPr>
              <p:cNvSpPr/>
              <p:nvPr/>
            </p:nvSpPr>
            <p:spPr>
              <a:xfrm>
                <a:off x="923938" y="1249756"/>
                <a:ext cx="2181983" cy="623678"/>
              </a:xfrm>
              <a:prstGeom prst="rect">
                <a:avLst/>
              </a:prstGeom>
              <a:ln w="25400"/>
            </p:spPr>
            <p:style>
              <a:lnRef idx="2">
                <a:schemeClr val="dk1"/>
              </a:lnRef>
              <a:fillRef idx="1">
                <a:schemeClr val="lt1"/>
              </a:fillRef>
              <a:effectRef idx="0">
                <a:schemeClr val="dk1"/>
              </a:effectRef>
              <a:fontRef idx="minor">
                <a:schemeClr val="dk1"/>
              </a:fontRef>
            </p:style>
            <p:txBody>
              <a:bodyPr rtlCol="0" anchor="ctr"/>
              <a:lstStyle/>
              <a:p>
                <a:pPr algn="ctr"/>
                <a:r>
                  <a:rPr kumimoji="1" lang="en-US" altLang="ja-JP" sz="1050" b="1" dirty="0">
                    <a:latin typeface="Hiragino Kaku Gothic ProN W3" panose="020B0300000000000000" pitchFamily="34" charset="-128"/>
                    <a:ea typeface="Hiragino Kaku Gothic ProN W3" panose="020B0300000000000000" pitchFamily="34" charset="-128"/>
                    <a:cs typeface="Arial" panose="020B0604020202020204" pitchFamily="34" charset="0"/>
                  </a:rPr>
                  <a:t>Subcutaneous</a:t>
                </a:r>
              </a:p>
              <a:p>
                <a:pPr algn="ctr"/>
                <a:r>
                  <a:rPr kumimoji="1" lang="en-US" altLang="ja-JP" sz="1050" b="1" dirty="0">
                    <a:latin typeface="Hiragino Kaku Gothic ProN W3" panose="020B0300000000000000" pitchFamily="34" charset="-128"/>
                    <a:ea typeface="Hiragino Kaku Gothic ProN W3" panose="020B0300000000000000" pitchFamily="34" charset="-128"/>
                    <a:cs typeface="Arial" panose="020B0604020202020204" pitchFamily="34" charset="0"/>
                  </a:rPr>
                  <a:t>Glucagon</a:t>
                </a:r>
              </a:p>
            </p:txBody>
          </p:sp>
          <p:cxnSp>
            <p:nvCxnSpPr>
              <p:cNvPr id="198" name="直線矢印コネクタ 197">
                <a:extLst>
                  <a:ext uri="{FF2B5EF4-FFF2-40B4-BE49-F238E27FC236}">
                    <a16:creationId xmlns:a16="http://schemas.microsoft.com/office/drawing/2014/main" id="{FEC57C9B-B9CC-E4BD-10F5-D8775B577586}"/>
                  </a:ext>
                </a:extLst>
              </p:cNvPr>
              <p:cNvCxnSpPr>
                <a:stCxn id="191" idx="3"/>
              </p:cNvCxnSpPr>
              <p:nvPr/>
            </p:nvCxnSpPr>
            <p:spPr>
              <a:xfrm>
                <a:off x="6343038" y="2407269"/>
                <a:ext cx="1014029"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199" name="直線矢印コネクタ 198">
                <a:extLst>
                  <a:ext uri="{FF2B5EF4-FFF2-40B4-BE49-F238E27FC236}">
                    <a16:creationId xmlns:a16="http://schemas.microsoft.com/office/drawing/2014/main" id="{0CAE6731-58BD-3FB2-BF0D-A86C8E693658}"/>
                  </a:ext>
                </a:extLst>
              </p:cNvPr>
              <p:cNvCxnSpPr/>
              <p:nvPr/>
            </p:nvCxnSpPr>
            <p:spPr>
              <a:xfrm>
                <a:off x="9012885" y="2496018"/>
                <a:ext cx="665516"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grpSp>
            <p:nvGrpSpPr>
              <p:cNvPr id="200" name="グループ化 199">
                <a:extLst>
                  <a:ext uri="{FF2B5EF4-FFF2-40B4-BE49-F238E27FC236}">
                    <a16:creationId xmlns:a16="http://schemas.microsoft.com/office/drawing/2014/main" id="{BBDF9307-9072-83F0-2054-DC5321BE016B}"/>
                  </a:ext>
                </a:extLst>
              </p:cNvPr>
              <p:cNvGrpSpPr/>
              <p:nvPr/>
            </p:nvGrpSpPr>
            <p:grpSpPr>
              <a:xfrm>
                <a:off x="7084257" y="1073503"/>
                <a:ext cx="444654" cy="929827"/>
                <a:chOff x="5159378" y="1006298"/>
                <a:chExt cx="444654" cy="929827"/>
              </a:xfrm>
            </p:grpSpPr>
            <p:cxnSp>
              <p:nvCxnSpPr>
                <p:cNvPr id="245" name="直線コネクタ 244">
                  <a:extLst>
                    <a:ext uri="{FF2B5EF4-FFF2-40B4-BE49-F238E27FC236}">
                      <a16:creationId xmlns:a16="http://schemas.microsoft.com/office/drawing/2014/main" id="{87BD32B1-D96D-7F86-FC28-F4FEC0FD6B03}"/>
                    </a:ext>
                  </a:extLst>
                </p:cNvPr>
                <p:cNvCxnSpPr/>
                <p:nvPr/>
              </p:nvCxnSpPr>
              <p:spPr>
                <a:xfrm>
                  <a:off x="5159378" y="1006298"/>
                  <a:ext cx="444654" cy="0"/>
                </a:xfrm>
                <a:prstGeom prst="line">
                  <a:avLst/>
                </a:prstGeom>
              </p:spPr>
              <p:style>
                <a:lnRef idx="2">
                  <a:schemeClr val="dk1"/>
                </a:lnRef>
                <a:fillRef idx="0">
                  <a:schemeClr val="dk1"/>
                </a:fillRef>
                <a:effectRef idx="1">
                  <a:schemeClr val="dk1"/>
                </a:effectRef>
                <a:fontRef idx="minor">
                  <a:schemeClr val="tx1"/>
                </a:fontRef>
              </p:style>
            </p:cxnSp>
            <p:cxnSp>
              <p:nvCxnSpPr>
                <p:cNvPr id="246" name="直線矢印コネクタ 245">
                  <a:extLst>
                    <a:ext uri="{FF2B5EF4-FFF2-40B4-BE49-F238E27FC236}">
                      <a16:creationId xmlns:a16="http://schemas.microsoft.com/office/drawing/2014/main" id="{97B8C291-27C6-B5B5-036C-D7D930144D1C}"/>
                    </a:ext>
                  </a:extLst>
                </p:cNvPr>
                <p:cNvCxnSpPr/>
                <p:nvPr/>
              </p:nvCxnSpPr>
              <p:spPr>
                <a:xfrm>
                  <a:off x="5604032" y="1006298"/>
                  <a:ext cx="0" cy="92982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grpSp>
          <p:grpSp>
            <p:nvGrpSpPr>
              <p:cNvPr id="201" name="グループ化 200">
                <a:extLst>
                  <a:ext uri="{FF2B5EF4-FFF2-40B4-BE49-F238E27FC236}">
                    <a16:creationId xmlns:a16="http://schemas.microsoft.com/office/drawing/2014/main" id="{A2825E5A-293A-8289-2677-D74B84D42FA5}"/>
                  </a:ext>
                </a:extLst>
              </p:cNvPr>
              <p:cNvGrpSpPr/>
              <p:nvPr/>
            </p:nvGrpSpPr>
            <p:grpSpPr>
              <a:xfrm>
                <a:off x="7874085" y="614961"/>
                <a:ext cx="504072" cy="1388369"/>
                <a:chOff x="5954812" y="547756"/>
                <a:chExt cx="504072" cy="1388369"/>
              </a:xfrm>
            </p:grpSpPr>
            <p:cxnSp>
              <p:nvCxnSpPr>
                <p:cNvPr id="243" name="直線コネクタ 242">
                  <a:extLst>
                    <a:ext uri="{FF2B5EF4-FFF2-40B4-BE49-F238E27FC236}">
                      <a16:creationId xmlns:a16="http://schemas.microsoft.com/office/drawing/2014/main" id="{DC04D90E-6E95-34F9-72B8-7D8221349FB8}"/>
                    </a:ext>
                  </a:extLst>
                </p:cNvPr>
                <p:cNvCxnSpPr/>
                <p:nvPr/>
              </p:nvCxnSpPr>
              <p:spPr>
                <a:xfrm flipV="1">
                  <a:off x="5954812" y="547756"/>
                  <a:ext cx="0" cy="1388369"/>
                </a:xfrm>
                <a:prstGeom prst="line">
                  <a:avLst/>
                </a:prstGeom>
              </p:spPr>
              <p:style>
                <a:lnRef idx="2">
                  <a:schemeClr val="dk1"/>
                </a:lnRef>
                <a:fillRef idx="0">
                  <a:schemeClr val="dk1"/>
                </a:fillRef>
                <a:effectRef idx="1">
                  <a:schemeClr val="dk1"/>
                </a:effectRef>
                <a:fontRef idx="minor">
                  <a:schemeClr val="tx1"/>
                </a:fontRef>
              </p:style>
            </p:cxnSp>
            <p:cxnSp>
              <p:nvCxnSpPr>
                <p:cNvPr id="244" name="直線矢印コネクタ 243">
                  <a:extLst>
                    <a:ext uri="{FF2B5EF4-FFF2-40B4-BE49-F238E27FC236}">
                      <a16:creationId xmlns:a16="http://schemas.microsoft.com/office/drawing/2014/main" id="{E9570462-3241-684A-6AA1-D56E741CB89E}"/>
                    </a:ext>
                  </a:extLst>
                </p:cNvPr>
                <p:cNvCxnSpPr>
                  <a:cxnSpLocks/>
                </p:cNvCxnSpPr>
                <p:nvPr/>
              </p:nvCxnSpPr>
              <p:spPr>
                <a:xfrm>
                  <a:off x="5954812" y="547756"/>
                  <a:ext cx="504072"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grpSp>
          <p:cxnSp>
            <p:nvCxnSpPr>
              <p:cNvPr id="202" name="直線矢印コネクタ 201">
                <a:extLst>
                  <a:ext uri="{FF2B5EF4-FFF2-40B4-BE49-F238E27FC236}">
                    <a16:creationId xmlns:a16="http://schemas.microsoft.com/office/drawing/2014/main" id="{4E6AF7AE-8DA0-984B-C554-868C6F3C6F72}"/>
                  </a:ext>
                </a:extLst>
              </p:cNvPr>
              <p:cNvCxnSpPr/>
              <p:nvPr/>
            </p:nvCxnSpPr>
            <p:spPr>
              <a:xfrm flipV="1">
                <a:off x="8462664" y="1476700"/>
                <a:ext cx="0" cy="52663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03" name="直線矢印コネクタ 202">
                <a:extLst>
                  <a:ext uri="{FF2B5EF4-FFF2-40B4-BE49-F238E27FC236}">
                    <a16:creationId xmlns:a16="http://schemas.microsoft.com/office/drawing/2014/main" id="{F9BB7BFC-7AB8-DA1D-CA4C-FD89FAC5D85A}"/>
                  </a:ext>
                </a:extLst>
              </p:cNvPr>
              <p:cNvCxnSpPr>
                <a:cxnSpLocks/>
                <a:endCxn id="193" idx="2"/>
              </p:cNvCxnSpPr>
              <p:nvPr/>
            </p:nvCxnSpPr>
            <p:spPr>
              <a:xfrm flipV="1">
                <a:off x="8912877" y="1476700"/>
                <a:ext cx="1" cy="526630"/>
              </a:xfrm>
              <a:prstGeom prst="straightConnector1">
                <a:avLst/>
              </a:prstGeom>
              <a:ln>
                <a:prstDash val="dash"/>
                <a:tailEnd type="triangle"/>
              </a:ln>
            </p:spPr>
            <p:style>
              <a:lnRef idx="2">
                <a:schemeClr val="dk1"/>
              </a:lnRef>
              <a:fillRef idx="0">
                <a:schemeClr val="dk1"/>
              </a:fillRef>
              <a:effectRef idx="1">
                <a:schemeClr val="dk1"/>
              </a:effectRef>
              <a:fontRef idx="minor">
                <a:schemeClr val="tx1"/>
              </a:fontRef>
            </p:style>
          </p:cxnSp>
          <p:cxnSp>
            <p:nvCxnSpPr>
              <p:cNvPr id="204" name="直線矢印コネクタ 203">
                <a:extLst>
                  <a:ext uri="{FF2B5EF4-FFF2-40B4-BE49-F238E27FC236}">
                    <a16:creationId xmlns:a16="http://schemas.microsoft.com/office/drawing/2014/main" id="{E7AA07E8-9461-9477-0315-5948A4594EC4}"/>
                  </a:ext>
                </a:extLst>
              </p:cNvPr>
              <p:cNvCxnSpPr/>
              <p:nvPr/>
            </p:nvCxnSpPr>
            <p:spPr>
              <a:xfrm>
                <a:off x="9012885" y="2280556"/>
                <a:ext cx="665516" cy="0"/>
              </a:xfrm>
              <a:prstGeom prst="straightConnector1">
                <a:avLst/>
              </a:prstGeom>
              <a:ln>
                <a:prstDash val="dash"/>
                <a:tailEnd type="triangle"/>
              </a:ln>
            </p:spPr>
            <p:style>
              <a:lnRef idx="2">
                <a:schemeClr val="dk1"/>
              </a:lnRef>
              <a:fillRef idx="0">
                <a:schemeClr val="dk1"/>
              </a:fillRef>
              <a:effectRef idx="1">
                <a:schemeClr val="dk1"/>
              </a:effectRef>
              <a:fontRef idx="minor">
                <a:schemeClr val="tx1"/>
              </a:fontRef>
            </p:style>
          </p:cxnSp>
          <p:cxnSp>
            <p:nvCxnSpPr>
              <p:cNvPr id="205" name="直線矢印コネクタ 204">
                <a:extLst>
                  <a:ext uri="{FF2B5EF4-FFF2-40B4-BE49-F238E27FC236}">
                    <a16:creationId xmlns:a16="http://schemas.microsoft.com/office/drawing/2014/main" id="{4859B38C-ACDF-10CB-8863-2CC7BA39E4A0}"/>
                  </a:ext>
                </a:extLst>
              </p:cNvPr>
              <p:cNvCxnSpPr>
                <a:cxnSpLocks/>
                <a:stCxn id="187" idx="3"/>
                <a:endCxn id="188" idx="1"/>
              </p:cNvCxnSpPr>
              <p:nvPr/>
            </p:nvCxnSpPr>
            <p:spPr>
              <a:xfrm>
                <a:off x="6610287" y="3907765"/>
                <a:ext cx="793307"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06" name="直線矢印コネクタ 205">
                <a:extLst>
                  <a:ext uri="{FF2B5EF4-FFF2-40B4-BE49-F238E27FC236}">
                    <a16:creationId xmlns:a16="http://schemas.microsoft.com/office/drawing/2014/main" id="{DBB5FE52-453D-7745-F340-F6CEDC543AA1}"/>
                  </a:ext>
                </a:extLst>
              </p:cNvPr>
              <p:cNvCxnSpPr/>
              <p:nvPr/>
            </p:nvCxnSpPr>
            <p:spPr>
              <a:xfrm flipV="1">
                <a:off x="8979647" y="3930176"/>
                <a:ext cx="1194496" cy="10129"/>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07" name="直線コネクタ 206">
                <a:extLst>
                  <a:ext uri="{FF2B5EF4-FFF2-40B4-BE49-F238E27FC236}">
                    <a16:creationId xmlns:a16="http://schemas.microsoft.com/office/drawing/2014/main" id="{DDFD3263-2448-F451-9805-FFE6DB5D06BD}"/>
                  </a:ext>
                </a:extLst>
              </p:cNvPr>
              <p:cNvCxnSpPr>
                <a:cxnSpLocks/>
                <a:stCxn id="188" idx="0"/>
                <a:endCxn id="210" idx="4"/>
              </p:cNvCxnSpPr>
              <p:nvPr/>
            </p:nvCxnSpPr>
            <p:spPr>
              <a:xfrm flipV="1">
                <a:off x="8187018" y="3352429"/>
                <a:ext cx="0" cy="206967"/>
              </a:xfrm>
              <a:prstGeom prst="line">
                <a:avLst/>
              </a:prstGeom>
              <a:ln>
                <a:prstDash val="dash"/>
              </a:ln>
            </p:spPr>
            <p:style>
              <a:lnRef idx="2">
                <a:schemeClr val="dk1"/>
              </a:lnRef>
              <a:fillRef idx="0">
                <a:schemeClr val="dk1"/>
              </a:fillRef>
              <a:effectRef idx="1">
                <a:schemeClr val="dk1"/>
              </a:effectRef>
              <a:fontRef idx="minor">
                <a:schemeClr val="tx1"/>
              </a:fontRef>
            </p:style>
          </p:cxnSp>
          <p:cxnSp>
            <p:nvCxnSpPr>
              <p:cNvPr id="208" name="カギ線コネクタ 51">
                <a:extLst>
                  <a:ext uri="{FF2B5EF4-FFF2-40B4-BE49-F238E27FC236}">
                    <a16:creationId xmlns:a16="http://schemas.microsoft.com/office/drawing/2014/main" id="{7E6F0726-0E19-EB38-D77D-1B31E3248EBC}"/>
                  </a:ext>
                </a:extLst>
              </p:cNvPr>
              <p:cNvCxnSpPr>
                <a:cxnSpLocks/>
                <a:stCxn id="210" idx="2"/>
                <a:endCxn id="191" idx="2"/>
              </p:cNvCxnSpPr>
              <p:nvPr/>
            </p:nvCxnSpPr>
            <p:spPr>
              <a:xfrm rot="10800000">
                <a:off x="5687224" y="2790625"/>
                <a:ext cx="2461751" cy="538080"/>
              </a:xfrm>
              <a:prstGeom prst="bentConnector2">
                <a:avLst/>
              </a:prstGeom>
              <a:ln>
                <a:prstDash val="dash"/>
                <a:tailEnd type="triangle"/>
              </a:ln>
            </p:spPr>
            <p:style>
              <a:lnRef idx="2">
                <a:schemeClr val="dk1"/>
              </a:lnRef>
              <a:fillRef idx="0">
                <a:schemeClr val="dk1"/>
              </a:fillRef>
              <a:effectRef idx="1">
                <a:schemeClr val="dk1"/>
              </a:effectRef>
              <a:fontRef idx="minor">
                <a:schemeClr val="tx1"/>
              </a:fontRef>
            </p:style>
          </p:cxnSp>
          <p:cxnSp>
            <p:nvCxnSpPr>
              <p:cNvPr id="209" name="カギ線コネクタ 53">
                <a:extLst>
                  <a:ext uri="{FF2B5EF4-FFF2-40B4-BE49-F238E27FC236}">
                    <a16:creationId xmlns:a16="http://schemas.microsoft.com/office/drawing/2014/main" id="{F99F82EC-A625-2AC2-A43B-AFA632F0FEB0}"/>
                  </a:ext>
                </a:extLst>
              </p:cNvPr>
              <p:cNvCxnSpPr>
                <a:cxnSpLocks/>
                <a:stCxn id="210" idx="6"/>
                <a:endCxn id="190" idx="2"/>
              </p:cNvCxnSpPr>
              <p:nvPr/>
            </p:nvCxnSpPr>
            <p:spPr>
              <a:xfrm flipV="1">
                <a:off x="8225061" y="2822592"/>
                <a:ext cx="2281250" cy="506112"/>
              </a:xfrm>
              <a:prstGeom prst="bentConnector2">
                <a:avLst/>
              </a:prstGeom>
              <a:ln>
                <a:prstDash val="dash"/>
                <a:tailEnd type="triangle"/>
              </a:ln>
            </p:spPr>
            <p:style>
              <a:lnRef idx="2">
                <a:schemeClr val="dk1"/>
              </a:lnRef>
              <a:fillRef idx="0">
                <a:schemeClr val="dk1"/>
              </a:fillRef>
              <a:effectRef idx="1">
                <a:schemeClr val="dk1"/>
              </a:effectRef>
              <a:fontRef idx="minor">
                <a:schemeClr val="tx1"/>
              </a:fontRef>
            </p:style>
          </p:cxnSp>
          <p:sp>
            <p:nvSpPr>
              <p:cNvPr id="210" name="円/楕円 54">
                <a:extLst>
                  <a:ext uri="{FF2B5EF4-FFF2-40B4-BE49-F238E27FC236}">
                    <a16:creationId xmlns:a16="http://schemas.microsoft.com/office/drawing/2014/main" id="{158E0C22-CB48-FE7D-18C1-7F292BCE73A3}"/>
                  </a:ext>
                </a:extLst>
              </p:cNvPr>
              <p:cNvSpPr/>
              <p:nvPr/>
            </p:nvSpPr>
            <p:spPr>
              <a:xfrm>
                <a:off x="8148974" y="3304978"/>
                <a:ext cx="76088" cy="47450"/>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200"/>
              </a:p>
            </p:txBody>
          </p:sp>
          <p:sp>
            <p:nvSpPr>
              <p:cNvPr id="211" name="円/楕円 71">
                <a:extLst>
                  <a:ext uri="{FF2B5EF4-FFF2-40B4-BE49-F238E27FC236}">
                    <a16:creationId xmlns:a16="http://schemas.microsoft.com/office/drawing/2014/main" id="{50D1C516-F093-4F51-7314-6B094015464A}"/>
                  </a:ext>
                </a:extLst>
              </p:cNvPr>
              <p:cNvSpPr/>
              <p:nvPr/>
            </p:nvSpPr>
            <p:spPr>
              <a:xfrm>
                <a:off x="8148976" y="2995945"/>
                <a:ext cx="72000" cy="72000"/>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200"/>
              </a:p>
            </p:txBody>
          </p:sp>
          <p:cxnSp>
            <p:nvCxnSpPr>
              <p:cNvPr id="212" name="直線コネクタ 211">
                <a:extLst>
                  <a:ext uri="{FF2B5EF4-FFF2-40B4-BE49-F238E27FC236}">
                    <a16:creationId xmlns:a16="http://schemas.microsoft.com/office/drawing/2014/main" id="{689C37A8-CE64-35B3-A3E4-B86A0A6B88DC}"/>
                  </a:ext>
                </a:extLst>
              </p:cNvPr>
              <p:cNvCxnSpPr>
                <a:cxnSpLocks/>
              </p:cNvCxnSpPr>
              <p:nvPr/>
            </p:nvCxnSpPr>
            <p:spPr>
              <a:xfrm flipV="1">
                <a:off x="8184976" y="2802195"/>
                <a:ext cx="0" cy="200350"/>
              </a:xfrm>
              <a:prstGeom prst="line">
                <a:avLst/>
              </a:prstGeom>
              <a:ln>
                <a:prstDash val="dash"/>
              </a:ln>
            </p:spPr>
            <p:style>
              <a:lnRef idx="2">
                <a:schemeClr val="dk1"/>
              </a:lnRef>
              <a:fillRef idx="0">
                <a:schemeClr val="dk1"/>
              </a:fillRef>
              <a:effectRef idx="1">
                <a:schemeClr val="dk1"/>
              </a:effectRef>
              <a:fontRef idx="minor">
                <a:schemeClr val="tx1"/>
              </a:fontRef>
            </p:style>
          </p:cxnSp>
          <p:cxnSp>
            <p:nvCxnSpPr>
              <p:cNvPr id="213" name="直線コネクタ 212">
                <a:extLst>
                  <a:ext uri="{FF2B5EF4-FFF2-40B4-BE49-F238E27FC236}">
                    <a16:creationId xmlns:a16="http://schemas.microsoft.com/office/drawing/2014/main" id="{C29DC843-AB28-88CA-C4B3-F63A28BB629F}"/>
                  </a:ext>
                </a:extLst>
              </p:cNvPr>
              <p:cNvCxnSpPr>
                <a:cxnSpLocks/>
              </p:cNvCxnSpPr>
              <p:nvPr/>
            </p:nvCxnSpPr>
            <p:spPr>
              <a:xfrm>
                <a:off x="8220977" y="3035727"/>
                <a:ext cx="1888418" cy="0"/>
              </a:xfrm>
              <a:prstGeom prst="line">
                <a:avLst/>
              </a:prstGeom>
              <a:ln>
                <a:prstDash val="dash"/>
              </a:ln>
            </p:spPr>
            <p:style>
              <a:lnRef idx="2">
                <a:schemeClr val="dk1"/>
              </a:lnRef>
              <a:fillRef idx="0">
                <a:schemeClr val="dk1"/>
              </a:fillRef>
              <a:effectRef idx="1">
                <a:schemeClr val="dk1"/>
              </a:effectRef>
              <a:fontRef idx="minor">
                <a:schemeClr val="tx1"/>
              </a:fontRef>
            </p:style>
          </p:cxnSp>
          <p:cxnSp>
            <p:nvCxnSpPr>
              <p:cNvPr id="214" name="直線矢印コネクタ 213">
                <a:extLst>
                  <a:ext uri="{FF2B5EF4-FFF2-40B4-BE49-F238E27FC236}">
                    <a16:creationId xmlns:a16="http://schemas.microsoft.com/office/drawing/2014/main" id="{419685EA-BF6D-9AA8-33C1-FEBE3ACE01E7}"/>
                  </a:ext>
                </a:extLst>
              </p:cNvPr>
              <p:cNvCxnSpPr>
                <a:cxnSpLocks/>
              </p:cNvCxnSpPr>
              <p:nvPr/>
            </p:nvCxnSpPr>
            <p:spPr>
              <a:xfrm flipH="1" flipV="1">
                <a:off x="10097810" y="2819015"/>
                <a:ext cx="11585" cy="216712"/>
              </a:xfrm>
              <a:prstGeom prst="straightConnector1">
                <a:avLst/>
              </a:prstGeom>
              <a:ln>
                <a:prstDash val="dash"/>
                <a:tailEnd type="triangle"/>
              </a:ln>
            </p:spPr>
            <p:style>
              <a:lnRef idx="2">
                <a:schemeClr val="dk1"/>
              </a:lnRef>
              <a:fillRef idx="0">
                <a:schemeClr val="dk1"/>
              </a:fillRef>
              <a:effectRef idx="1">
                <a:schemeClr val="dk1"/>
              </a:effectRef>
              <a:fontRef idx="minor">
                <a:schemeClr val="tx1"/>
              </a:fontRef>
            </p:style>
          </p:cxnSp>
          <p:cxnSp>
            <p:nvCxnSpPr>
              <p:cNvPr id="215" name="直線コネクタ 214">
                <a:extLst>
                  <a:ext uri="{FF2B5EF4-FFF2-40B4-BE49-F238E27FC236}">
                    <a16:creationId xmlns:a16="http://schemas.microsoft.com/office/drawing/2014/main" id="{3E317EE1-E2FB-668F-A055-FD059E49E7CA}"/>
                  </a:ext>
                </a:extLst>
              </p:cNvPr>
              <p:cNvCxnSpPr>
                <a:cxnSpLocks/>
              </p:cNvCxnSpPr>
              <p:nvPr/>
            </p:nvCxnSpPr>
            <p:spPr>
              <a:xfrm flipV="1">
                <a:off x="1772900" y="3039419"/>
                <a:ext cx="6412076" cy="0"/>
              </a:xfrm>
              <a:prstGeom prst="line">
                <a:avLst/>
              </a:prstGeom>
              <a:ln>
                <a:prstDash val="dash"/>
              </a:ln>
            </p:spPr>
            <p:style>
              <a:lnRef idx="2">
                <a:schemeClr val="dk1"/>
              </a:lnRef>
              <a:fillRef idx="0">
                <a:schemeClr val="dk1"/>
              </a:fillRef>
              <a:effectRef idx="1">
                <a:schemeClr val="dk1"/>
              </a:effectRef>
              <a:fontRef idx="minor">
                <a:schemeClr val="tx1"/>
              </a:fontRef>
            </p:style>
          </p:cxnSp>
          <p:cxnSp>
            <p:nvCxnSpPr>
              <p:cNvPr id="216" name="直線矢印コネクタ 215">
                <a:extLst>
                  <a:ext uri="{FF2B5EF4-FFF2-40B4-BE49-F238E27FC236}">
                    <a16:creationId xmlns:a16="http://schemas.microsoft.com/office/drawing/2014/main" id="{7113070C-0CB1-49D5-D17E-2C8DE986C253}"/>
                  </a:ext>
                </a:extLst>
              </p:cNvPr>
              <p:cNvCxnSpPr>
                <a:cxnSpLocks/>
              </p:cNvCxnSpPr>
              <p:nvPr/>
            </p:nvCxnSpPr>
            <p:spPr>
              <a:xfrm flipV="1">
                <a:off x="1772900" y="2790623"/>
                <a:ext cx="0" cy="258438"/>
              </a:xfrm>
              <a:prstGeom prst="straightConnector1">
                <a:avLst/>
              </a:prstGeom>
              <a:ln>
                <a:prstDash val="dash"/>
                <a:tailEnd type="triangle"/>
              </a:ln>
            </p:spPr>
            <p:style>
              <a:lnRef idx="2">
                <a:schemeClr val="dk1"/>
              </a:lnRef>
              <a:fillRef idx="0">
                <a:schemeClr val="dk1"/>
              </a:fillRef>
              <a:effectRef idx="1">
                <a:schemeClr val="dk1"/>
              </a:effectRef>
              <a:fontRef idx="minor">
                <a:schemeClr val="tx1"/>
              </a:fontRef>
            </p:style>
          </p:cxnSp>
          <p:cxnSp>
            <p:nvCxnSpPr>
              <p:cNvPr id="217" name="直線矢印コネクタ 216">
                <a:extLst>
                  <a:ext uri="{FF2B5EF4-FFF2-40B4-BE49-F238E27FC236}">
                    <a16:creationId xmlns:a16="http://schemas.microsoft.com/office/drawing/2014/main" id="{872C1429-0DAC-FA74-710C-91FCB28AD506}"/>
                  </a:ext>
                </a:extLst>
              </p:cNvPr>
              <p:cNvCxnSpPr>
                <a:cxnSpLocks/>
              </p:cNvCxnSpPr>
              <p:nvPr/>
            </p:nvCxnSpPr>
            <p:spPr>
              <a:xfrm flipV="1">
                <a:off x="5283562" y="2790623"/>
                <a:ext cx="0" cy="244677"/>
              </a:xfrm>
              <a:prstGeom prst="straightConnector1">
                <a:avLst/>
              </a:prstGeom>
              <a:ln>
                <a:prstDash val="dash"/>
                <a:tailEnd type="triangle"/>
              </a:ln>
            </p:spPr>
            <p:style>
              <a:lnRef idx="2">
                <a:schemeClr val="dk1"/>
              </a:lnRef>
              <a:fillRef idx="0">
                <a:schemeClr val="dk1"/>
              </a:fillRef>
              <a:effectRef idx="1">
                <a:schemeClr val="dk1"/>
              </a:effectRef>
              <a:fontRef idx="minor">
                <a:schemeClr val="tx1"/>
              </a:fontRef>
            </p:style>
          </p:cxnSp>
          <p:sp>
            <p:nvSpPr>
              <p:cNvPr id="218" name="円/楕円 94">
                <a:extLst>
                  <a:ext uri="{FF2B5EF4-FFF2-40B4-BE49-F238E27FC236}">
                    <a16:creationId xmlns:a16="http://schemas.microsoft.com/office/drawing/2014/main" id="{315B33A8-3342-45F1-40AE-A75BFBD3EBB0}"/>
                  </a:ext>
                </a:extLst>
              </p:cNvPr>
              <p:cNvSpPr/>
              <p:nvPr/>
            </p:nvSpPr>
            <p:spPr>
              <a:xfrm>
                <a:off x="5247562" y="3013061"/>
                <a:ext cx="72000" cy="72000"/>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200"/>
              </a:p>
            </p:txBody>
          </p:sp>
          <p:cxnSp>
            <p:nvCxnSpPr>
              <p:cNvPr id="219" name="直線矢印コネクタ 218">
                <a:extLst>
                  <a:ext uri="{FF2B5EF4-FFF2-40B4-BE49-F238E27FC236}">
                    <a16:creationId xmlns:a16="http://schemas.microsoft.com/office/drawing/2014/main" id="{99918309-2D9E-B0CD-41CB-1227988CDBCC}"/>
                  </a:ext>
                </a:extLst>
              </p:cNvPr>
              <p:cNvCxnSpPr>
                <a:cxnSpLocks/>
                <a:stCxn id="196" idx="3"/>
                <a:endCxn id="195" idx="1"/>
              </p:cNvCxnSpPr>
              <p:nvPr/>
            </p:nvCxnSpPr>
            <p:spPr>
              <a:xfrm flipV="1">
                <a:off x="2219646" y="2412798"/>
                <a:ext cx="777935"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20" name="直線コネクタ 219">
                <a:extLst>
                  <a:ext uri="{FF2B5EF4-FFF2-40B4-BE49-F238E27FC236}">
                    <a16:creationId xmlns:a16="http://schemas.microsoft.com/office/drawing/2014/main" id="{55FC362D-2CBB-17CD-821C-F03327AD0FBD}"/>
                  </a:ext>
                </a:extLst>
              </p:cNvPr>
              <p:cNvCxnSpPr>
                <a:cxnSpLocks/>
              </p:cNvCxnSpPr>
              <p:nvPr/>
            </p:nvCxnSpPr>
            <p:spPr>
              <a:xfrm>
                <a:off x="3105921" y="1561595"/>
                <a:ext cx="721490" cy="0"/>
              </a:xfrm>
              <a:prstGeom prst="line">
                <a:avLst/>
              </a:prstGeom>
            </p:spPr>
            <p:style>
              <a:lnRef idx="2">
                <a:schemeClr val="dk1"/>
              </a:lnRef>
              <a:fillRef idx="0">
                <a:schemeClr val="dk1"/>
              </a:fillRef>
              <a:effectRef idx="1">
                <a:schemeClr val="dk1"/>
              </a:effectRef>
              <a:fontRef idx="minor">
                <a:schemeClr val="tx1"/>
              </a:fontRef>
            </p:style>
          </p:cxnSp>
          <p:cxnSp>
            <p:nvCxnSpPr>
              <p:cNvPr id="221" name="直線矢印コネクタ 220">
                <a:extLst>
                  <a:ext uri="{FF2B5EF4-FFF2-40B4-BE49-F238E27FC236}">
                    <a16:creationId xmlns:a16="http://schemas.microsoft.com/office/drawing/2014/main" id="{AB320429-CA58-90E1-1487-2A027A891F4D}"/>
                  </a:ext>
                </a:extLst>
              </p:cNvPr>
              <p:cNvCxnSpPr>
                <a:cxnSpLocks/>
                <a:endCxn id="195" idx="0"/>
              </p:cNvCxnSpPr>
              <p:nvPr/>
            </p:nvCxnSpPr>
            <p:spPr>
              <a:xfrm>
                <a:off x="3825491" y="1558602"/>
                <a:ext cx="0" cy="470841"/>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22" name="直線矢印コネクタ 221">
                <a:extLst>
                  <a:ext uri="{FF2B5EF4-FFF2-40B4-BE49-F238E27FC236}">
                    <a16:creationId xmlns:a16="http://schemas.microsoft.com/office/drawing/2014/main" id="{27126B9D-F8D4-EF07-571F-F4DF9117C363}"/>
                  </a:ext>
                </a:extLst>
              </p:cNvPr>
              <p:cNvCxnSpPr>
                <a:endCxn id="192" idx="1"/>
              </p:cNvCxnSpPr>
              <p:nvPr/>
            </p:nvCxnSpPr>
            <p:spPr>
              <a:xfrm>
                <a:off x="3733359" y="1101895"/>
                <a:ext cx="1272258"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23" name="直線矢印コネクタ 222">
                <a:extLst>
                  <a:ext uri="{FF2B5EF4-FFF2-40B4-BE49-F238E27FC236}">
                    <a16:creationId xmlns:a16="http://schemas.microsoft.com/office/drawing/2014/main" id="{165607B3-76BD-F6F2-8C73-52D47438434B}"/>
                  </a:ext>
                </a:extLst>
              </p:cNvPr>
              <p:cNvCxnSpPr/>
              <p:nvPr/>
            </p:nvCxnSpPr>
            <p:spPr>
              <a:xfrm flipV="1">
                <a:off x="3337325" y="3954073"/>
                <a:ext cx="1145152" cy="10129"/>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mc:AlternateContent xmlns:mc="http://schemas.openxmlformats.org/markup-compatibility/2006">
            <mc:Choice xmlns:a14="http://schemas.microsoft.com/office/drawing/2010/main" Requires="a14">
              <p:sp>
                <p:nvSpPr>
                  <p:cNvPr id="224" name="テキスト ボックス 223">
                    <a:extLst>
                      <a:ext uri="{FF2B5EF4-FFF2-40B4-BE49-F238E27FC236}">
                        <a16:creationId xmlns:a16="http://schemas.microsoft.com/office/drawing/2014/main" id="{348E6F88-268C-6952-9DE5-B2D2D7A2A769}"/>
                      </a:ext>
                    </a:extLst>
                  </p:cNvPr>
                  <p:cNvSpPr txBox="1"/>
                  <p:nvPr/>
                </p:nvSpPr>
                <p:spPr>
                  <a:xfrm>
                    <a:off x="7114865" y="782450"/>
                    <a:ext cx="393918" cy="19165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sz="1200" b="0" i="1" smtClean="0">
                                  <a:latin typeface="Cambria Math" panose="02040503050406030204" pitchFamily="18" charset="0"/>
                                </a:rPr>
                              </m:ctrlPr>
                            </m:sSubPr>
                            <m:e>
                              <m:r>
                                <a:rPr kumimoji="1" lang="en-US" altLang="ja-JP" sz="1200" b="0" i="1" smtClean="0">
                                  <a:latin typeface="Cambria Math" panose="02040503050406030204" pitchFamily="18" charset="0"/>
                                </a:rPr>
                                <m:t>𝑅</m:t>
                              </m:r>
                            </m:e>
                            <m:sub>
                              <m:r>
                                <a:rPr kumimoji="1" lang="en-US" altLang="ja-JP" sz="1200" b="0" i="1" smtClean="0">
                                  <a:latin typeface="Cambria Math" panose="02040503050406030204" pitchFamily="18" charset="0"/>
                                </a:rPr>
                                <m:t>𝑎</m:t>
                              </m:r>
                            </m:sub>
                          </m:sSub>
                        </m:oMath>
                      </m:oMathPara>
                    </a14:m>
                    <a:endParaRPr kumimoji="1" lang="en-US" altLang="ja-JP" sz="1200" b="0" dirty="0"/>
                  </a:p>
                </p:txBody>
              </p:sp>
            </mc:Choice>
            <mc:Fallback>
              <p:sp>
                <p:nvSpPr>
                  <p:cNvPr id="224" name="テキスト ボックス 223">
                    <a:extLst>
                      <a:ext uri="{FF2B5EF4-FFF2-40B4-BE49-F238E27FC236}">
                        <a16:creationId xmlns:a16="http://schemas.microsoft.com/office/drawing/2014/main" id="{348E6F88-268C-6952-9DE5-B2D2D7A2A769}"/>
                      </a:ext>
                    </a:extLst>
                  </p:cNvPr>
                  <p:cNvSpPr txBox="1">
                    <a:spLocks noRot="1" noChangeAspect="1" noMove="1" noResize="1" noEditPoints="1" noAdjustHandles="1" noChangeArrowheads="1" noChangeShapeType="1" noTextEdit="1"/>
                  </p:cNvSpPr>
                  <p:nvPr/>
                </p:nvSpPr>
                <p:spPr>
                  <a:xfrm>
                    <a:off x="7114865" y="782450"/>
                    <a:ext cx="393918" cy="191658"/>
                  </a:xfrm>
                  <a:prstGeom prst="rect">
                    <a:avLst/>
                  </a:prstGeom>
                  <a:blipFill>
                    <a:blip r:embed="rId31"/>
                    <a:stretch>
                      <a:fillRect l="-4762" b="-6667"/>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225" name="テキスト ボックス 224">
                    <a:extLst>
                      <a:ext uri="{FF2B5EF4-FFF2-40B4-BE49-F238E27FC236}">
                        <a16:creationId xmlns:a16="http://schemas.microsoft.com/office/drawing/2014/main" id="{05F808EA-219E-64AB-7E9D-584E92F0D3E2}"/>
                      </a:ext>
                    </a:extLst>
                  </p:cNvPr>
                  <p:cNvSpPr txBox="1"/>
                  <p:nvPr/>
                </p:nvSpPr>
                <p:spPr>
                  <a:xfrm>
                    <a:off x="6474883" y="2122363"/>
                    <a:ext cx="540810" cy="19165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kumimoji="1" lang="en-US" altLang="ja-JP" sz="1200" b="0" i="1" smtClean="0">
                              <a:latin typeface="Cambria Math" panose="02040503050406030204" pitchFamily="18" charset="0"/>
                            </a:rPr>
                            <m:t>𝐸𝐺𝑃</m:t>
                          </m:r>
                        </m:oMath>
                      </m:oMathPara>
                    </a14:m>
                    <a:endParaRPr kumimoji="1" lang="en-US" altLang="ja-JP" sz="1200" b="0" dirty="0"/>
                  </a:p>
                </p:txBody>
              </p:sp>
            </mc:Choice>
            <mc:Fallback>
              <p:sp>
                <p:nvSpPr>
                  <p:cNvPr id="225" name="テキスト ボックス 224">
                    <a:extLst>
                      <a:ext uri="{FF2B5EF4-FFF2-40B4-BE49-F238E27FC236}">
                        <a16:creationId xmlns:a16="http://schemas.microsoft.com/office/drawing/2014/main" id="{05F808EA-219E-64AB-7E9D-584E92F0D3E2}"/>
                      </a:ext>
                    </a:extLst>
                  </p:cNvPr>
                  <p:cNvSpPr txBox="1">
                    <a:spLocks noRot="1" noChangeAspect="1" noMove="1" noResize="1" noEditPoints="1" noAdjustHandles="1" noChangeArrowheads="1" noChangeShapeType="1" noTextEdit="1"/>
                  </p:cNvSpPr>
                  <p:nvPr/>
                </p:nvSpPr>
                <p:spPr>
                  <a:xfrm>
                    <a:off x="6474883" y="2122363"/>
                    <a:ext cx="540810" cy="191658"/>
                  </a:xfrm>
                  <a:prstGeom prst="rect">
                    <a:avLst/>
                  </a:prstGeom>
                  <a:blipFill>
                    <a:blip r:embed="rId32"/>
                    <a:stretch>
                      <a:fillRect l="-7143" r="-7143"/>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226" name="テキスト ボックス 225">
                    <a:extLst>
                      <a:ext uri="{FF2B5EF4-FFF2-40B4-BE49-F238E27FC236}">
                        <a16:creationId xmlns:a16="http://schemas.microsoft.com/office/drawing/2014/main" id="{D6B0B2DB-2D29-5FD5-288C-1F8CC37C977C}"/>
                      </a:ext>
                    </a:extLst>
                  </p:cNvPr>
                  <p:cNvSpPr txBox="1"/>
                  <p:nvPr/>
                </p:nvSpPr>
                <p:spPr>
                  <a:xfrm>
                    <a:off x="7866556" y="315646"/>
                    <a:ext cx="370837" cy="19165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sz="1200" b="0" i="1" smtClean="0">
                                  <a:latin typeface="Cambria Math" panose="02040503050406030204" pitchFamily="18" charset="0"/>
                                </a:rPr>
                              </m:ctrlPr>
                            </m:sSubPr>
                            <m:e>
                              <m:r>
                                <a:rPr kumimoji="1" lang="en-US" altLang="ja-JP" sz="1200" b="0" i="1" smtClean="0">
                                  <a:latin typeface="Cambria Math" panose="02040503050406030204" pitchFamily="18" charset="0"/>
                                </a:rPr>
                                <m:t>𝑈</m:t>
                              </m:r>
                            </m:e>
                            <m:sub>
                              <m:r>
                                <a:rPr kumimoji="1" lang="en-US" altLang="ja-JP" sz="1200" b="0" i="1" smtClean="0">
                                  <a:latin typeface="Cambria Math" panose="02040503050406030204" pitchFamily="18" charset="0"/>
                                </a:rPr>
                                <m:t>𝑖𝑖</m:t>
                              </m:r>
                            </m:sub>
                          </m:sSub>
                        </m:oMath>
                      </m:oMathPara>
                    </a14:m>
                    <a:endParaRPr kumimoji="1" lang="en-US" altLang="ja-JP" sz="1200" b="0" dirty="0"/>
                  </a:p>
                </p:txBody>
              </p:sp>
            </mc:Choice>
            <mc:Fallback>
              <p:sp>
                <p:nvSpPr>
                  <p:cNvPr id="226" name="テキスト ボックス 225">
                    <a:extLst>
                      <a:ext uri="{FF2B5EF4-FFF2-40B4-BE49-F238E27FC236}">
                        <a16:creationId xmlns:a16="http://schemas.microsoft.com/office/drawing/2014/main" id="{D6B0B2DB-2D29-5FD5-288C-1F8CC37C977C}"/>
                      </a:ext>
                    </a:extLst>
                  </p:cNvPr>
                  <p:cNvSpPr txBox="1">
                    <a:spLocks noRot="1" noChangeAspect="1" noMove="1" noResize="1" noEditPoints="1" noAdjustHandles="1" noChangeArrowheads="1" noChangeShapeType="1" noTextEdit="1"/>
                  </p:cNvSpPr>
                  <p:nvPr/>
                </p:nvSpPr>
                <p:spPr>
                  <a:xfrm>
                    <a:off x="7866556" y="315646"/>
                    <a:ext cx="370837" cy="191658"/>
                  </a:xfrm>
                  <a:prstGeom prst="rect">
                    <a:avLst/>
                  </a:prstGeom>
                  <a:blipFill>
                    <a:blip r:embed="rId33"/>
                    <a:stretch>
                      <a:fillRect l="-15789" r="-10526" b="-20000"/>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227" name="テキスト ボックス 226">
                    <a:extLst>
                      <a:ext uri="{FF2B5EF4-FFF2-40B4-BE49-F238E27FC236}">
                        <a16:creationId xmlns:a16="http://schemas.microsoft.com/office/drawing/2014/main" id="{CB8BC2C9-C601-263C-CB51-231D5E167568}"/>
                      </a:ext>
                    </a:extLst>
                  </p:cNvPr>
                  <p:cNvSpPr txBox="1"/>
                  <p:nvPr/>
                </p:nvSpPr>
                <p:spPr>
                  <a:xfrm>
                    <a:off x="8210816" y="1627791"/>
                    <a:ext cx="234448" cy="19165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kumimoji="1" lang="en-US" altLang="ja-JP" sz="1200" b="0" i="1" smtClean="0">
                              <a:latin typeface="Cambria Math" panose="02040503050406030204" pitchFamily="18" charset="0"/>
                            </a:rPr>
                            <m:t>𝐸</m:t>
                          </m:r>
                        </m:oMath>
                      </m:oMathPara>
                    </a14:m>
                    <a:endParaRPr kumimoji="1" lang="ja-JP" altLang="en-US" sz="1200"/>
                  </a:p>
                </p:txBody>
              </p:sp>
            </mc:Choice>
            <mc:Fallback>
              <p:sp>
                <p:nvSpPr>
                  <p:cNvPr id="227" name="テキスト ボックス 226">
                    <a:extLst>
                      <a:ext uri="{FF2B5EF4-FFF2-40B4-BE49-F238E27FC236}">
                        <a16:creationId xmlns:a16="http://schemas.microsoft.com/office/drawing/2014/main" id="{CB8BC2C9-C601-263C-CB51-231D5E167568}"/>
                      </a:ext>
                    </a:extLst>
                  </p:cNvPr>
                  <p:cNvSpPr txBox="1">
                    <a:spLocks noRot="1" noChangeAspect="1" noMove="1" noResize="1" noEditPoints="1" noAdjustHandles="1" noChangeArrowheads="1" noChangeShapeType="1" noTextEdit="1"/>
                  </p:cNvSpPr>
                  <p:nvPr/>
                </p:nvSpPr>
                <p:spPr>
                  <a:xfrm>
                    <a:off x="8210816" y="1627791"/>
                    <a:ext cx="234448" cy="191658"/>
                  </a:xfrm>
                  <a:prstGeom prst="rect">
                    <a:avLst/>
                  </a:prstGeom>
                  <a:blipFill>
                    <a:blip r:embed="rId34"/>
                    <a:stretch>
                      <a:fillRect l="-25000" r="-25000" b="-6250"/>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228" name="テキスト ボックス 227">
                    <a:extLst>
                      <a:ext uri="{FF2B5EF4-FFF2-40B4-BE49-F238E27FC236}">
                        <a16:creationId xmlns:a16="http://schemas.microsoft.com/office/drawing/2014/main" id="{DDFF6146-724D-0A31-E8A8-E175AFDD88AD}"/>
                      </a:ext>
                    </a:extLst>
                  </p:cNvPr>
                  <p:cNvSpPr txBox="1"/>
                  <p:nvPr/>
                </p:nvSpPr>
                <p:spPr>
                  <a:xfrm>
                    <a:off x="8597406" y="1678639"/>
                    <a:ext cx="336325" cy="2064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sz="1200" b="0" i="1" smtClean="0">
                                  <a:latin typeface="Cambria Math" panose="02040503050406030204" pitchFamily="18" charset="0"/>
                                </a:rPr>
                              </m:ctrlPr>
                            </m:sSubPr>
                            <m:e>
                              <m:r>
                                <a:rPr kumimoji="1" lang="en-US" altLang="ja-JP" sz="1200" b="0" i="1" smtClean="0">
                                  <a:latin typeface="Cambria Math" panose="02040503050406030204" pitchFamily="18" charset="0"/>
                                </a:rPr>
                                <m:t>𝐺</m:t>
                              </m:r>
                            </m:e>
                            <m:sub>
                              <m:r>
                                <a:rPr kumimoji="1" lang="en-US" altLang="ja-JP" sz="1200" b="0" i="1" smtClean="0">
                                  <a:latin typeface="Cambria Math" panose="02040503050406030204" pitchFamily="18" charset="0"/>
                                </a:rPr>
                                <m:t>𝑝</m:t>
                              </m:r>
                            </m:sub>
                          </m:sSub>
                        </m:oMath>
                      </m:oMathPara>
                    </a14:m>
                    <a:endParaRPr kumimoji="1" lang="ja-JP" altLang="en-US" sz="1200"/>
                  </a:p>
                </p:txBody>
              </p:sp>
            </mc:Choice>
            <mc:Fallback>
              <p:sp>
                <p:nvSpPr>
                  <p:cNvPr id="228" name="テキスト ボックス 227">
                    <a:extLst>
                      <a:ext uri="{FF2B5EF4-FFF2-40B4-BE49-F238E27FC236}">
                        <a16:creationId xmlns:a16="http://schemas.microsoft.com/office/drawing/2014/main" id="{DDFF6146-724D-0A31-E8A8-E175AFDD88AD}"/>
                      </a:ext>
                    </a:extLst>
                  </p:cNvPr>
                  <p:cNvSpPr txBox="1">
                    <a:spLocks noRot="1" noChangeAspect="1" noMove="1" noResize="1" noEditPoints="1" noAdjustHandles="1" noChangeArrowheads="1" noChangeShapeType="1" noTextEdit="1"/>
                  </p:cNvSpPr>
                  <p:nvPr/>
                </p:nvSpPr>
                <p:spPr>
                  <a:xfrm>
                    <a:off x="8597406" y="1678639"/>
                    <a:ext cx="336325" cy="206499"/>
                  </a:xfrm>
                  <a:prstGeom prst="rect">
                    <a:avLst/>
                  </a:prstGeom>
                  <a:blipFill>
                    <a:blip r:embed="rId35"/>
                    <a:stretch>
                      <a:fillRect l="-17647" r="-5882" b="-11765"/>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229" name="テキスト ボックス 228">
                    <a:extLst>
                      <a:ext uri="{FF2B5EF4-FFF2-40B4-BE49-F238E27FC236}">
                        <a16:creationId xmlns:a16="http://schemas.microsoft.com/office/drawing/2014/main" id="{D81003A4-7E60-797E-6E49-B40004FF504B}"/>
                      </a:ext>
                    </a:extLst>
                  </p:cNvPr>
                  <p:cNvSpPr txBox="1"/>
                  <p:nvPr/>
                </p:nvSpPr>
                <p:spPr>
                  <a:xfrm>
                    <a:off x="9085995" y="2489774"/>
                    <a:ext cx="422086" cy="19165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sz="1200" b="0" i="1" smtClean="0">
                                  <a:latin typeface="Cambria Math" panose="02040503050406030204" pitchFamily="18" charset="0"/>
                                </a:rPr>
                              </m:ctrlPr>
                            </m:sSubPr>
                            <m:e>
                              <m:r>
                                <a:rPr kumimoji="1" lang="en-US" altLang="ja-JP" sz="1200" b="0" i="1" smtClean="0">
                                  <a:latin typeface="Cambria Math" panose="02040503050406030204" pitchFamily="18" charset="0"/>
                                </a:rPr>
                                <m:t>𝑈</m:t>
                              </m:r>
                            </m:e>
                            <m:sub>
                              <m:r>
                                <a:rPr kumimoji="1" lang="en-US" altLang="ja-JP" sz="1200" b="0" i="1" smtClean="0">
                                  <a:latin typeface="Cambria Math" panose="02040503050406030204" pitchFamily="18" charset="0"/>
                                </a:rPr>
                                <m:t>𝑖𝑑</m:t>
                              </m:r>
                            </m:sub>
                          </m:sSub>
                        </m:oMath>
                      </m:oMathPara>
                    </a14:m>
                    <a:endParaRPr kumimoji="1" lang="ja-JP" altLang="en-US" sz="1200"/>
                  </a:p>
                </p:txBody>
              </p:sp>
            </mc:Choice>
            <mc:Fallback>
              <p:sp>
                <p:nvSpPr>
                  <p:cNvPr id="229" name="テキスト ボックス 228">
                    <a:extLst>
                      <a:ext uri="{FF2B5EF4-FFF2-40B4-BE49-F238E27FC236}">
                        <a16:creationId xmlns:a16="http://schemas.microsoft.com/office/drawing/2014/main" id="{D81003A4-7E60-797E-6E49-B40004FF504B}"/>
                      </a:ext>
                    </a:extLst>
                  </p:cNvPr>
                  <p:cNvSpPr txBox="1">
                    <a:spLocks noRot="1" noChangeAspect="1" noMove="1" noResize="1" noEditPoints="1" noAdjustHandles="1" noChangeArrowheads="1" noChangeShapeType="1" noTextEdit="1"/>
                  </p:cNvSpPr>
                  <p:nvPr/>
                </p:nvSpPr>
                <p:spPr>
                  <a:xfrm>
                    <a:off x="9085995" y="2489774"/>
                    <a:ext cx="422086" cy="191658"/>
                  </a:xfrm>
                  <a:prstGeom prst="rect">
                    <a:avLst/>
                  </a:prstGeom>
                  <a:blipFill>
                    <a:blip r:embed="rId36"/>
                    <a:stretch>
                      <a:fillRect l="-14286" r="-4762" b="-12500"/>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230" name="テキスト ボックス 229">
                    <a:extLst>
                      <a:ext uri="{FF2B5EF4-FFF2-40B4-BE49-F238E27FC236}">
                        <a16:creationId xmlns:a16="http://schemas.microsoft.com/office/drawing/2014/main" id="{D07B29E3-7EC7-B61D-8CF1-110AB8CF587A}"/>
                      </a:ext>
                    </a:extLst>
                  </p:cNvPr>
                  <p:cNvSpPr txBox="1"/>
                  <p:nvPr/>
                </p:nvSpPr>
                <p:spPr>
                  <a:xfrm>
                    <a:off x="9185253" y="1958568"/>
                    <a:ext cx="312767" cy="19165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sz="1200" b="0" i="1" smtClean="0">
                                  <a:latin typeface="Cambria Math" panose="02040503050406030204" pitchFamily="18" charset="0"/>
                                </a:rPr>
                              </m:ctrlPr>
                            </m:sSubPr>
                            <m:e>
                              <m:r>
                                <a:rPr kumimoji="1" lang="en-US" altLang="ja-JP" sz="1200" b="0" i="1" smtClean="0">
                                  <a:latin typeface="Cambria Math" panose="02040503050406030204" pitchFamily="18" charset="0"/>
                                </a:rPr>
                                <m:t>𝐺</m:t>
                              </m:r>
                            </m:e>
                            <m:sub>
                              <m:r>
                                <a:rPr kumimoji="1" lang="en-US" altLang="ja-JP" sz="1200" b="0" i="1" smtClean="0">
                                  <a:latin typeface="Cambria Math" panose="02040503050406030204" pitchFamily="18" charset="0"/>
                                </a:rPr>
                                <m:t>𝑡</m:t>
                              </m:r>
                            </m:sub>
                          </m:sSub>
                        </m:oMath>
                      </m:oMathPara>
                    </a14:m>
                    <a:endParaRPr kumimoji="1" lang="ja-JP" altLang="en-US" sz="1200"/>
                  </a:p>
                </p:txBody>
              </p:sp>
            </mc:Choice>
            <mc:Fallback>
              <p:sp>
                <p:nvSpPr>
                  <p:cNvPr id="230" name="テキスト ボックス 229">
                    <a:extLst>
                      <a:ext uri="{FF2B5EF4-FFF2-40B4-BE49-F238E27FC236}">
                        <a16:creationId xmlns:a16="http://schemas.microsoft.com/office/drawing/2014/main" id="{D07B29E3-7EC7-B61D-8CF1-110AB8CF587A}"/>
                      </a:ext>
                    </a:extLst>
                  </p:cNvPr>
                  <p:cNvSpPr txBox="1">
                    <a:spLocks noRot="1" noChangeAspect="1" noMove="1" noResize="1" noEditPoints="1" noAdjustHandles="1" noChangeArrowheads="1" noChangeShapeType="1" noTextEdit="1"/>
                  </p:cNvSpPr>
                  <p:nvPr/>
                </p:nvSpPr>
                <p:spPr>
                  <a:xfrm>
                    <a:off x="9185253" y="1958568"/>
                    <a:ext cx="312767" cy="191658"/>
                  </a:xfrm>
                  <a:prstGeom prst="rect">
                    <a:avLst/>
                  </a:prstGeom>
                  <a:blipFill>
                    <a:blip r:embed="rId37"/>
                    <a:stretch>
                      <a:fillRect l="-18750" b="-12500"/>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231" name="テキスト ボックス 230">
                    <a:extLst>
                      <a:ext uri="{FF2B5EF4-FFF2-40B4-BE49-F238E27FC236}">
                        <a16:creationId xmlns:a16="http://schemas.microsoft.com/office/drawing/2014/main" id="{3DE0F130-09F4-1EF6-AF1F-5435311BC23C}"/>
                      </a:ext>
                    </a:extLst>
                  </p:cNvPr>
                  <p:cNvSpPr txBox="1"/>
                  <p:nvPr/>
                </p:nvSpPr>
                <p:spPr>
                  <a:xfrm>
                    <a:off x="6694599" y="3625947"/>
                    <a:ext cx="417851" cy="19165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sz="1200" b="0" i="1" smtClean="0">
                                  <a:latin typeface="Cambria Math" panose="02040503050406030204" pitchFamily="18" charset="0"/>
                                </a:rPr>
                              </m:ctrlPr>
                            </m:sSubPr>
                            <m:e>
                              <m:r>
                                <a:rPr kumimoji="1" lang="en-US" altLang="ja-JP" sz="1200" b="0" i="1" smtClean="0">
                                  <a:latin typeface="Cambria Math" panose="02040503050406030204" pitchFamily="18" charset="0"/>
                                </a:rPr>
                                <m:t>𝑅</m:t>
                              </m:r>
                            </m:e>
                            <m:sub>
                              <m:r>
                                <a:rPr kumimoji="1" lang="en-US" altLang="ja-JP" sz="1200" b="0" i="1" smtClean="0">
                                  <a:latin typeface="Cambria Math" panose="02040503050406030204" pitchFamily="18" charset="0"/>
                                </a:rPr>
                                <m:t>𝑎𝑖</m:t>
                              </m:r>
                            </m:sub>
                          </m:sSub>
                        </m:oMath>
                      </m:oMathPara>
                    </a14:m>
                    <a:endParaRPr kumimoji="1" lang="ja-JP" altLang="en-US" sz="1200"/>
                  </a:p>
                </p:txBody>
              </p:sp>
            </mc:Choice>
            <mc:Fallback>
              <p:sp>
                <p:nvSpPr>
                  <p:cNvPr id="231" name="テキスト ボックス 230">
                    <a:extLst>
                      <a:ext uri="{FF2B5EF4-FFF2-40B4-BE49-F238E27FC236}">
                        <a16:creationId xmlns:a16="http://schemas.microsoft.com/office/drawing/2014/main" id="{3DE0F130-09F4-1EF6-AF1F-5435311BC23C}"/>
                      </a:ext>
                    </a:extLst>
                  </p:cNvPr>
                  <p:cNvSpPr txBox="1">
                    <a:spLocks noRot="1" noChangeAspect="1" noMove="1" noResize="1" noEditPoints="1" noAdjustHandles="1" noChangeArrowheads="1" noChangeShapeType="1" noTextEdit="1"/>
                  </p:cNvSpPr>
                  <p:nvPr/>
                </p:nvSpPr>
                <p:spPr>
                  <a:xfrm>
                    <a:off x="6694599" y="3625947"/>
                    <a:ext cx="417851" cy="191658"/>
                  </a:xfrm>
                  <a:prstGeom prst="rect">
                    <a:avLst/>
                  </a:prstGeom>
                  <a:blipFill>
                    <a:blip r:embed="rId38"/>
                    <a:stretch>
                      <a:fillRect l="-14286" r="-4762" b="-20000"/>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232" name="テキスト ボックス 231">
                    <a:extLst>
                      <a:ext uri="{FF2B5EF4-FFF2-40B4-BE49-F238E27FC236}">
                        <a16:creationId xmlns:a16="http://schemas.microsoft.com/office/drawing/2014/main" id="{C957824E-45F0-A9DE-3CE0-D89A3E9EF15C}"/>
                      </a:ext>
                    </a:extLst>
                  </p:cNvPr>
                  <p:cNvSpPr txBox="1"/>
                  <p:nvPr/>
                </p:nvSpPr>
                <p:spPr>
                  <a:xfrm>
                    <a:off x="3186150" y="1550847"/>
                    <a:ext cx="523553" cy="19165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kumimoji="1" lang="en-US" altLang="ja-JP" sz="1200" b="0" i="1" smtClean="0">
                              <a:latin typeface="Cambria Math" panose="02040503050406030204" pitchFamily="18" charset="0"/>
                            </a:rPr>
                            <m:t>𝑅</m:t>
                          </m:r>
                          <m:sSub>
                            <m:sSubPr>
                              <m:ctrlPr>
                                <a:rPr kumimoji="1" lang="en-US" altLang="ja-JP" sz="1200" b="0" i="1" smtClean="0">
                                  <a:latin typeface="Cambria Math" panose="02040503050406030204" pitchFamily="18" charset="0"/>
                                </a:rPr>
                              </m:ctrlPr>
                            </m:sSubPr>
                            <m:e>
                              <m:r>
                                <a:rPr kumimoji="1" lang="en-US" altLang="ja-JP" sz="1200" b="0" i="1" smtClean="0">
                                  <a:latin typeface="Cambria Math" panose="02040503050406030204" pitchFamily="18" charset="0"/>
                                </a:rPr>
                                <m:t>𝑎</m:t>
                              </m:r>
                            </m:e>
                            <m:sub>
                              <m:r>
                                <a:rPr kumimoji="1" lang="en-US" altLang="ja-JP" sz="1200" b="0" i="1" smtClean="0">
                                  <a:latin typeface="Cambria Math" panose="02040503050406030204" pitchFamily="18" charset="0"/>
                                </a:rPr>
                                <m:t>𝐻</m:t>
                              </m:r>
                            </m:sub>
                          </m:sSub>
                        </m:oMath>
                      </m:oMathPara>
                    </a14:m>
                    <a:endParaRPr kumimoji="1" lang="ja-JP" altLang="en-US" sz="1200" dirty="0"/>
                  </a:p>
                </p:txBody>
              </p:sp>
            </mc:Choice>
            <mc:Fallback>
              <p:sp>
                <p:nvSpPr>
                  <p:cNvPr id="232" name="テキスト ボックス 231">
                    <a:extLst>
                      <a:ext uri="{FF2B5EF4-FFF2-40B4-BE49-F238E27FC236}">
                        <a16:creationId xmlns:a16="http://schemas.microsoft.com/office/drawing/2014/main" id="{C957824E-45F0-A9DE-3CE0-D89A3E9EF15C}"/>
                      </a:ext>
                    </a:extLst>
                  </p:cNvPr>
                  <p:cNvSpPr txBox="1">
                    <a:spLocks noRot="1" noChangeAspect="1" noMove="1" noResize="1" noEditPoints="1" noAdjustHandles="1" noChangeArrowheads="1" noChangeShapeType="1" noTextEdit="1"/>
                  </p:cNvSpPr>
                  <p:nvPr/>
                </p:nvSpPr>
                <p:spPr>
                  <a:xfrm>
                    <a:off x="3186150" y="1550847"/>
                    <a:ext cx="523553" cy="191658"/>
                  </a:xfrm>
                  <a:prstGeom prst="rect">
                    <a:avLst/>
                  </a:prstGeom>
                  <a:blipFill>
                    <a:blip r:embed="rId39"/>
                    <a:stretch>
                      <a:fillRect l="-7407" r="-3704" b="-13333"/>
                    </a:stretch>
                  </a:blipFill>
                </p:spPr>
                <p:txBody>
                  <a:bodyPr/>
                  <a:lstStyle/>
                  <a:p>
                    <a:r>
                      <a:rPr lang="ja-JP" altLang="en-US">
                        <a:noFill/>
                      </a:rPr>
                      <a:t> </a:t>
                    </a:r>
                  </a:p>
                </p:txBody>
              </p:sp>
            </mc:Fallback>
          </mc:AlternateContent>
          <p:sp>
            <p:nvSpPr>
              <p:cNvPr id="233" name="テキスト ボックス 232">
                <a:extLst>
                  <a:ext uri="{FF2B5EF4-FFF2-40B4-BE49-F238E27FC236}">
                    <a16:creationId xmlns:a16="http://schemas.microsoft.com/office/drawing/2014/main" id="{36CFAB54-5E15-32CF-CD01-B09426C76990}"/>
                  </a:ext>
                </a:extLst>
              </p:cNvPr>
              <p:cNvSpPr txBox="1"/>
              <p:nvPr/>
            </p:nvSpPr>
            <p:spPr>
              <a:xfrm>
                <a:off x="9331574" y="3764446"/>
                <a:ext cx="867940" cy="111801"/>
              </a:xfrm>
              <a:prstGeom prst="rect">
                <a:avLst/>
              </a:prstGeom>
              <a:noFill/>
            </p:spPr>
            <p:txBody>
              <a:bodyPr wrap="none" lIns="0" tIns="0" rIns="0" bIns="0" rtlCol="0">
                <a:spAutoFit/>
              </a:bodyPr>
              <a:lstStyle/>
              <a:p>
                <a:r>
                  <a:rPr kumimoji="1" lang="en-US" altLang="ja-JP" sz="700" b="1" dirty="0"/>
                  <a:t>Degradation</a:t>
                </a:r>
                <a:endParaRPr kumimoji="1" lang="ja-JP" altLang="en-US" sz="700" b="1"/>
              </a:p>
            </p:txBody>
          </p:sp>
          <mc:AlternateContent xmlns:mc="http://schemas.openxmlformats.org/markup-compatibility/2006">
            <mc:Choice xmlns:a14="http://schemas.microsoft.com/office/drawing/2010/main" Requires="a14">
              <p:sp>
                <p:nvSpPr>
                  <p:cNvPr id="234" name="テキスト ボックス 233">
                    <a:extLst>
                      <a:ext uri="{FF2B5EF4-FFF2-40B4-BE49-F238E27FC236}">
                        <a16:creationId xmlns:a16="http://schemas.microsoft.com/office/drawing/2014/main" id="{C0F2402E-9A3C-2E74-0DD6-48E617DEF39D}"/>
                      </a:ext>
                    </a:extLst>
                  </p:cNvPr>
                  <p:cNvSpPr txBox="1"/>
                  <p:nvPr/>
                </p:nvSpPr>
                <p:spPr>
                  <a:xfrm>
                    <a:off x="7902285" y="3320940"/>
                    <a:ext cx="170591" cy="19165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kumimoji="1" lang="en-US" altLang="ja-JP" sz="1200" b="0" i="1" smtClean="0">
                              <a:latin typeface="Cambria Math" panose="02040503050406030204" pitchFamily="18" charset="0"/>
                            </a:rPr>
                            <m:t>𝐼</m:t>
                          </m:r>
                        </m:oMath>
                      </m:oMathPara>
                    </a14:m>
                    <a:endParaRPr kumimoji="1" lang="ja-JP" altLang="en-US" sz="1200"/>
                  </a:p>
                </p:txBody>
              </p:sp>
            </mc:Choice>
            <mc:Fallback>
              <p:sp>
                <p:nvSpPr>
                  <p:cNvPr id="234" name="テキスト ボックス 233">
                    <a:extLst>
                      <a:ext uri="{FF2B5EF4-FFF2-40B4-BE49-F238E27FC236}">
                        <a16:creationId xmlns:a16="http://schemas.microsoft.com/office/drawing/2014/main" id="{C0F2402E-9A3C-2E74-0DD6-48E617DEF39D}"/>
                      </a:ext>
                    </a:extLst>
                  </p:cNvPr>
                  <p:cNvSpPr txBox="1">
                    <a:spLocks noRot="1" noChangeAspect="1" noMove="1" noResize="1" noEditPoints="1" noAdjustHandles="1" noChangeArrowheads="1" noChangeShapeType="1" noTextEdit="1"/>
                  </p:cNvSpPr>
                  <p:nvPr/>
                </p:nvSpPr>
                <p:spPr>
                  <a:xfrm>
                    <a:off x="7902285" y="3320940"/>
                    <a:ext cx="170591" cy="191658"/>
                  </a:xfrm>
                  <a:prstGeom prst="rect">
                    <a:avLst/>
                  </a:prstGeom>
                  <a:blipFill>
                    <a:blip r:embed="rId40"/>
                    <a:stretch>
                      <a:fillRect l="-33333" r="-22222" b="-6667"/>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235" name="テキスト ボックス 234">
                    <a:extLst>
                      <a:ext uri="{FF2B5EF4-FFF2-40B4-BE49-F238E27FC236}">
                        <a16:creationId xmlns:a16="http://schemas.microsoft.com/office/drawing/2014/main" id="{9DCDE141-E4F2-9BAC-5E4A-4FB4A9EBCE68}"/>
                      </a:ext>
                    </a:extLst>
                  </p:cNvPr>
                  <p:cNvSpPr txBox="1"/>
                  <p:nvPr/>
                </p:nvSpPr>
                <p:spPr>
                  <a:xfrm>
                    <a:off x="3407905" y="3762414"/>
                    <a:ext cx="497101" cy="19165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sz="1200" b="0" i="1" smtClean="0">
                                  <a:latin typeface="Cambria Math" panose="02040503050406030204" pitchFamily="18" charset="0"/>
                                </a:rPr>
                              </m:ctrlPr>
                            </m:sSubPr>
                            <m:e>
                              <m:r>
                                <a:rPr kumimoji="1" lang="en-US" altLang="ja-JP" sz="1200" b="0" i="1" smtClean="0">
                                  <a:latin typeface="Cambria Math" panose="02040503050406030204" pitchFamily="18" charset="0"/>
                                </a:rPr>
                                <m:t>𝑢</m:t>
                              </m:r>
                            </m:e>
                            <m:sub>
                              <m:r>
                                <a:rPr kumimoji="1" lang="en-US" altLang="ja-JP" sz="1200" b="0" i="1" smtClean="0">
                                  <a:latin typeface="Cambria Math" panose="02040503050406030204" pitchFamily="18" charset="0"/>
                                </a:rPr>
                                <m:t>𝑖𝑛𝑠</m:t>
                              </m:r>
                            </m:sub>
                          </m:sSub>
                        </m:oMath>
                      </m:oMathPara>
                    </a14:m>
                    <a:endParaRPr kumimoji="1" lang="ja-JP" altLang="en-US" sz="1200" dirty="0"/>
                  </a:p>
                </p:txBody>
              </p:sp>
            </mc:Choice>
            <mc:Fallback>
              <p:sp>
                <p:nvSpPr>
                  <p:cNvPr id="235" name="テキスト ボックス 234">
                    <a:extLst>
                      <a:ext uri="{FF2B5EF4-FFF2-40B4-BE49-F238E27FC236}">
                        <a16:creationId xmlns:a16="http://schemas.microsoft.com/office/drawing/2014/main" id="{9DCDE141-E4F2-9BAC-5E4A-4FB4A9EBCE68}"/>
                      </a:ext>
                    </a:extLst>
                  </p:cNvPr>
                  <p:cNvSpPr txBox="1">
                    <a:spLocks noRot="1" noChangeAspect="1" noMove="1" noResize="1" noEditPoints="1" noAdjustHandles="1" noChangeArrowheads="1" noChangeShapeType="1" noTextEdit="1"/>
                  </p:cNvSpPr>
                  <p:nvPr/>
                </p:nvSpPr>
                <p:spPr>
                  <a:xfrm>
                    <a:off x="3407905" y="3762414"/>
                    <a:ext cx="497101" cy="191658"/>
                  </a:xfrm>
                  <a:prstGeom prst="rect">
                    <a:avLst/>
                  </a:prstGeom>
                  <a:blipFill>
                    <a:blip r:embed="rId41"/>
                    <a:stretch>
                      <a:fillRect l="-4000" r="-8000" b="-13333"/>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236" name="テキスト ボックス 235">
                    <a:extLst>
                      <a:ext uri="{FF2B5EF4-FFF2-40B4-BE49-F238E27FC236}">
                        <a16:creationId xmlns:a16="http://schemas.microsoft.com/office/drawing/2014/main" id="{54660CB9-5BE3-B24D-D771-2C429B2032CB}"/>
                      </a:ext>
                    </a:extLst>
                  </p:cNvPr>
                  <p:cNvSpPr txBox="1"/>
                  <p:nvPr/>
                </p:nvSpPr>
                <p:spPr>
                  <a:xfrm>
                    <a:off x="3656454" y="782450"/>
                    <a:ext cx="677820" cy="19165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sz="1200" b="0" i="1" smtClean="0">
                                  <a:latin typeface="Cambria Math" panose="02040503050406030204" pitchFamily="18" charset="0"/>
                                </a:rPr>
                              </m:ctrlPr>
                            </m:sSubPr>
                            <m:e>
                              <m:r>
                                <a:rPr kumimoji="1" lang="en-US" altLang="ja-JP" sz="1200" b="0" i="1" smtClean="0">
                                  <a:latin typeface="Cambria Math" panose="02040503050406030204" pitchFamily="18" charset="0"/>
                                </a:rPr>
                                <m:t>𝑑</m:t>
                              </m:r>
                            </m:e>
                            <m:sub>
                              <m:r>
                                <a:rPr kumimoji="1" lang="en-US" altLang="ja-JP" sz="1200" b="0" i="1" smtClean="0">
                                  <a:latin typeface="Cambria Math" panose="02040503050406030204" pitchFamily="18" charset="0"/>
                                </a:rPr>
                                <m:t>𝑚𝑒𝑎𝑙</m:t>
                              </m:r>
                            </m:sub>
                          </m:sSub>
                        </m:oMath>
                      </m:oMathPara>
                    </a14:m>
                    <a:endParaRPr kumimoji="1" lang="ja-JP" altLang="en-US" sz="1200"/>
                  </a:p>
                </p:txBody>
              </p:sp>
            </mc:Choice>
            <mc:Fallback>
              <p:sp>
                <p:nvSpPr>
                  <p:cNvPr id="236" name="テキスト ボックス 235">
                    <a:extLst>
                      <a:ext uri="{FF2B5EF4-FFF2-40B4-BE49-F238E27FC236}">
                        <a16:creationId xmlns:a16="http://schemas.microsoft.com/office/drawing/2014/main" id="{54660CB9-5BE3-B24D-D771-2C429B2032CB}"/>
                      </a:ext>
                    </a:extLst>
                  </p:cNvPr>
                  <p:cNvSpPr txBox="1">
                    <a:spLocks noRot="1" noChangeAspect="1" noMove="1" noResize="1" noEditPoints="1" noAdjustHandles="1" noChangeArrowheads="1" noChangeShapeType="1" noTextEdit="1"/>
                  </p:cNvSpPr>
                  <p:nvPr/>
                </p:nvSpPr>
                <p:spPr>
                  <a:xfrm>
                    <a:off x="3656454" y="782450"/>
                    <a:ext cx="677820" cy="191658"/>
                  </a:xfrm>
                  <a:prstGeom prst="rect">
                    <a:avLst/>
                  </a:prstGeom>
                  <a:blipFill>
                    <a:blip r:embed="rId42"/>
                    <a:stretch>
                      <a:fillRect l="-5714" b="-13333"/>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237" name="テキスト ボックス 236">
                    <a:extLst>
                      <a:ext uri="{FF2B5EF4-FFF2-40B4-BE49-F238E27FC236}">
                        <a16:creationId xmlns:a16="http://schemas.microsoft.com/office/drawing/2014/main" id="{C8CB6800-B065-80CB-9124-E7E794A602AD}"/>
                      </a:ext>
                    </a:extLst>
                  </p:cNvPr>
                  <p:cNvSpPr txBox="1"/>
                  <p:nvPr/>
                </p:nvSpPr>
                <p:spPr>
                  <a:xfrm>
                    <a:off x="8275040" y="2739560"/>
                    <a:ext cx="235584" cy="19165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kumimoji="1" lang="en-US" altLang="ja-JP" sz="1200" b="0" i="1" smtClean="0">
                              <a:latin typeface="Cambria Math" panose="02040503050406030204" pitchFamily="18" charset="0"/>
                            </a:rPr>
                            <m:t>𝐺</m:t>
                          </m:r>
                        </m:oMath>
                      </m:oMathPara>
                    </a14:m>
                    <a:endParaRPr kumimoji="1" lang="ja-JP" altLang="en-US" sz="1200"/>
                  </a:p>
                </p:txBody>
              </p:sp>
            </mc:Choice>
            <mc:Fallback>
              <p:sp>
                <p:nvSpPr>
                  <p:cNvPr id="237" name="テキスト ボックス 236">
                    <a:extLst>
                      <a:ext uri="{FF2B5EF4-FFF2-40B4-BE49-F238E27FC236}">
                        <a16:creationId xmlns:a16="http://schemas.microsoft.com/office/drawing/2014/main" id="{C8CB6800-B065-80CB-9124-E7E794A602AD}"/>
                      </a:ext>
                    </a:extLst>
                  </p:cNvPr>
                  <p:cNvSpPr txBox="1">
                    <a:spLocks noRot="1" noChangeAspect="1" noMove="1" noResize="1" noEditPoints="1" noAdjustHandles="1" noChangeArrowheads="1" noChangeShapeType="1" noTextEdit="1"/>
                  </p:cNvSpPr>
                  <p:nvPr/>
                </p:nvSpPr>
                <p:spPr>
                  <a:xfrm>
                    <a:off x="8275040" y="2739560"/>
                    <a:ext cx="235584" cy="191658"/>
                  </a:xfrm>
                  <a:prstGeom prst="rect">
                    <a:avLst/>
                  </a:prstGeom>
                  <a:blipFill>
                    <a:blip r:embed="rId43"/>
                    <a:stretch>
                      <a:fillRect l="-15385" r="-7692" b="-6667"/>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238" name="テキスト ボックス 237">
                    <a:extLst>
                      <a:ext uri="{FF2B5EF4-FFF2-40B4-BE49-F238E27FC236}">
                        <a16:creationId xmlns:a16="http://schemas.microsoft.com/office/drawing/2014/main" id="{CDEC9CFA-61E0-8257-A38B-903828B368D7}"/>
                      </a:ext>
                    </a:extLst>
                  </p:cNvPr>
                  <p:cNvSpPr txBox="1"/>
                  <p:nvPr/>
                </p:nvSpPr>
                <p:spPr>
                  <a:xfrm>
                    <a:off x="2278782" y="2056988"/>
                    <a:ext cx="511773" cy="19165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kumimoji="1" lang="en-US" altLang="ja-JP" sz="1200" b="0" i="1" smtClean="0">
                              <a:latin typeface="Cambria Math" panose="02040503050406030204" pitchFamily="18" charset="0"/>
                            </a:rPr>
                            <m:t>𝑆</m:t>
                          </m:r>
                          <m:sSub>
                            <m:sSubPr>
                              <m:ctrlPr>
                                <a:rPr kumimoji="1" lang="en-US" altLang="ja-JP" sz="1200" b="0" i="1" smtClean="0">
                                  <a:latin typeface="Cambria Math" panose="02040503050406030204" pitchFamily="18" charset="0"/>
                                </a:rPr>
                              </m:ctrlPr>
                            </m:sSubPr>
                            <m:e>
                              <m:r>
                                <a:rPr kumimoji="1" lang="en-US" altLang="ja-JP" sz="1200" b="0" i="1" smtClean="0">
                                  <a:latin typeface="Cambria Math" panose="02040503050406030204" pitchFamily="18" charset="0"/>
                                </a:rPr>
                                <m:t>𝑅</m:t>
                              </m:r>
                            </m:e>
                            <m:sub>
                              <m:r>
                                <a:rPr kumimoji="1" lang="en-US" altLang="ja-JP" sz="1200" b="0" i="1" smtClean="0">
                                  <a:latin typeface="Cambria Math" panose="02040503050406030204" pitchFamily="18" charset="0"/>
                                </a:rPr>
                                <m:t>𝐻</m:t>
                              </m:r>
                            </m:sub>
                          </m:sSub>
                        </m:oMath>
                      </m:oMathPara>
                    </a14:m>
                    <a:endParaRPr kumimoji="1" lang="ja-JP" altLang="en-US" sz="1200"/>
                  </a:p>
                </p:txBody>
              </p:sp>
            </mc:Choice>
            <mc:Fallback>
              <p:sp>
                <p:nvSpPr>
                  <p:cNvPr id="238" name="テキスト ボックス 237">
                    <a:extLst>
                      <a:ext uri="{FF2B5EF4-FFF2-40B4-BE49-F238E27FC236}">
                        <a16:creationId xmlns:a16="http://schemas.microsoft.com/office/drawing/2014/main" id="{CDEC9CFA-61E0-8257-A38B-903828B368D7}"/>
                      </a:ext>
                    </a:extLst>
                  </p:cNvPr>
                  <p:cNvSpPr txBox="1">
                    <a:spLocks noRot="1" noChangeAspect="1" noMove="1" noResize="1" noEditPoints="1" noAdjustHandles="1" noChangeArrowheads="1" noChangeShapeType="1" noTextEdit="1"/>
                  </p:cNvSpPr>
                  <p:nvPr/>
                </p:nvSpPr>
                <p:spPr>
                  <a:xfrm>
                    <a:off x="2278782" y="2056988"/>
                    <a:ext cx="511773" cy="191658"/>
                  </a:xfrm>
                  <a:prstGeom prst="rect">
                    <a:avLst/>
                  </a:prstGeom>
                  <a:blipFill>
                    <a:blip r:embed="rId44"/>
                    <a:stretch>
                      <a:fillRect l="-7692" r="-3846" b="-20000"/>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239" name="テキスト ボックス 238">
                    <a:extLst>
                      <a:ext uri="{FF2B5EF4-FFF2-40B4-BE49-F238E27FC236}">
                        <a16:creationId xmlns:a16="http://schemas.microsoft.com/office/drawing/2014/main" id="{3D26EB0D-95CE-2961-C6F7-B92BD9BCD524}"/>
                      </a:ext>
                    </a:extLst>
                  </p:cNvPr>
                  <p:cNvSpPr txBox="1"/>
                  <p:nvPr/>
                </p:nvSpPr>
                <p:spPr>
                  <a:xfrm>
                    <a:off x="4672362" y="2158579"/>
                    <a:ext cx="257798" cy="19165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kumimoji="1" lang="en-US" altLang="ja-JP" sz="1200" b="0" i="1" smtClean="0">
                              <a:latin typeface="Cambria Math" panose="02040503050406030204" pitchFamily="18" charset="0"/>
                            </a:rPr>
                            <m:t>𝐻</m:t>
                          </m:r>
                        </m:oMath>
                      </m:oMathPara>
                    </a14:m>
                    <a:endParaRPr kumimoji="1" lang="ja-JP" altLang="en-US" sz="1200" dirty="0"/>
                  </a:p>
                </p:txBody>
              </p:sp>
            </mc:Choice>
            <mc:Fallback>
              <p:sp>
                <p:nvSpPr>
                  <p:cNvPr id="239" name="テキスト ボックス 238">
                    <a:extLst>
                      <a:ext uri="{FF2B5EF4-FFF2-40B4-BE49-F238E27FC236}">
                        <a16:creationId xmlns:a16="http://schemas.microsoft.com/office/drawing/2014/main" id="{3D26EB0D-95CE-2961-C6F7-B92BD9BCD524}"/>
                      </a:ext>
                    </a:extLst>
                  </p:cNvPr>
                  <p:cNvSpPr txBox="1">
                    <a:spLocks noRot="1" noChangeAspect="1" noMove="1" noResize="1" noEditPoints="1" noAdjustHandles="1" noChangeArrowheads="1" noChangeShapeType="1" noTextEdit="1"/>
                  </p:cNvSpPr>
                  <p:nvPr/>
                </p:nvSpPr>
                <p:spPr>
                  <a:xfrm>
                    <a:off x="4672362" y="2158579"/>
                    <a:ext cx="257798" cy="191658"/>
                  </a:xfrm>
                  <a:prstGeom prst="rect">
                    <a:avLst/>
                  </a:prstGeom>
                  <a:blipFill>
                    <a:blip r:embed="rId45"/>
                    <a:stretch>
                      <a:fillRect l="-21429" r="-14286" b="-6667"/>
                    </a:stretch>
                  </a:blipFill>
                </p:spPr>
                <p:txBody>
                  <a:bodyPr/>
                  <a:lstStyle/>
                  <a:p>
                    <a:r>
                      <a:rPr lang="ja-JP" altLang="en-US">
                        <a:noFill/>
                      </a:rPr>
                      <a:t> </a:t>
                    </a:r>
                  </a:p>
                </p:txBody>
              </p:sp>
            </mc:Fallback>
          </mc:AlternateContent>
          <p:cxnSp>
            <p:nvCxnSpPr>
              <p:cNvPr id="240" name="直線矢印コネクタ 239">
                <a:extLst>
                  <a:ext uri="{FF2B5EF4-FFF2-40B4-BE49-F238E27FC236}">
                    <a16:creationId xmlns:a16="http://schemas.microsoft.com/office/drawing/2014/main" id="{6B1D2AF3-3B4A-6EB2-2674-CA7CE878CD71}"/>
                  </a:ext>
                </a:extLst>
              </p:cNvPr>
              <p:cNvCxnSpPr>
                <a:cxnSpLocks/>
                <a:stCxn id="195" idx="3"/>
                <a:endCxn id="191" idx="1"/>
              </p:cNvCxnSpPr>
              <p:nvPr/>
            </p:nvCxnSpPr>
            <p:spPr>
              <a:xfrm flipV="1">
                <a:off x="4653400" y="2407269"/>
                <a:ext cx="378007" cy="0"/>
              </a:xfrm>
              <a:prstGeom prst="straightConnector1">
                <a:avLst/>
              </a:prstGeom>
              <a:ln>
                <a:prstDash val="dash"/>
                <a:tailEnd type="triangle"/>
              </a:ln>
            </p:spPr>
            <p:style>
              <a:lnRef idx="2">
                <a:schemeClr val="dk1"/>
              </a:lnRef>
              <a:fillRef idx="0">
                <a:schemeClr val="dk1"/>
              </a:fillRef>
              <a:effectRef idx="1">
                <a:schemeClr val="dk1"/>
              </a:effectRef>
              <a:fontRef idx="minor">
                <a:schemeClr val="tx1"/>
              </a:fontRef>
            </p:style>
          </p:cxnSp>
          <p:cxnSp>
            <p:nvCxnSpPr>
              <p:cNvPr id="241" name="直線コネクタ 240">
                <a:extLst>
                  <a:ext uri="{FF2B5EF4-FFF2-40B4-BE49-F238E27FC236}">
                    <a16:creationId xmlns:a16="http://schemas.microsoft.com/office/drawing/2014/main" id="{8B39B8F1-7E1F-AC0F-2A2E-9DD6DC809381}"/>
                  </a:ext>
                </a:extLst>
              </p:cNvPr>
              <p:cNvCxnSpPr>
                <a:cxnSpLocks/>
              </p:cNvCxnSpPr>
              <p:nvPr/>
            </p:nvCxnSpPr>
            <p:spPr>
              <a:xfrm>
                <a:off x="1391737" y="3323158"/>
                <a:ext cx="4276477" cy="0"/>
              </a:xfrm>
              <a:prstGeom prst="line">
                <a:avLst/>
              </a:prstGeom>
              <a:ln>
                <a:prstDash val="dash"/>
              </a:ln>
            </p:spPr>
            <p:style>
              <a:lnRef idx="2">
                <a:schemeClr val="dk1"/>
              </a:lnRef>
              <a:fillRef idx="0">
                <a:schemeClr val="dk1"/>
              </a:fillRef>
              <a:effectRef idx="1">
                <a:schemeClr val="dk1"/>
              </a:effectRef>
              <a:fontRef idx="minor">
                <a:schemeClr val="tx1"/>
              </a:fontRef>
            </p:style>
          </p:cxnSp>
          <p:cxnSp>
            <p:nvCxnSpPr>
              <p:cNvPr id="242" name="直線矢印コネクタ 241">
                <a:extLst>
                  <a:ext uri="{FF2B5EF4-FFF2-40B4-BE49-F238E27FC236}">
                    <a16:creationId xmlns:a16="http://schemas.microsoft.com/office/drawing/2014/main" id="{D56DD634-0D5C-4032-917D-FF454DA9462D}"/>
                  </a:ext>
                </a:extLst>
              </p:cNvPr>
              <p:cNvCxnSpPr>
                <a:cxnSpLocks/>
              </p:cNvCxnSpPr>
              <p:nvPr/>
            </p:nvCxnSpPr>
            <p:spPr>
              <a:xfrm flipV="1">
                <a:off x="1391737" y="2802034"/>
                <a:ext cx="0" cy="521124"/>
              </a:xfrm>
              <a:prstGeom prst="straightConnector1">
                <a:avLst/>
              </a:prstGeom>
              <a:ln>
                <a:prstDash val="dash"/>
                <a:tailEnd type="triangle"/>
              </a:ln>
            </p:spPr>
            <p:style>
              <a:lnRef idx="2">
                <a:schemeClr val="dk1"/>
              </a:lnRef>
              <a:fillRef idx="0">
                <a:schemeClr val="dk1"/>
              </a:fillRef>
              <a:effectRef idx="1">
                <a:schemeClr val="dk1"/>
              </a:effectRef>
              <a:fontRef idx="minor">
                <a:schemeClr val="tx1"/>
              </a:fontRef>
            </p:style>
          </p:cxnSp>
        </p:grpSp>
      </p:grpSp>
      <p:sp>
        <p:nvSpPr>
          <p:cNvPr id="291" name="正方形/長方形 290">
            <a:extLst>
              <a:ext uri="{FF2B5EF4-FFF2-40B4-BE49-F238E27FC236}">
                <a16:creationId xmlns:a16="http://schemas.microsoft.com/office/drawing/2014/main" id="{7A6E8979-B56A-19ED-D4CB-6E006F401807}"/>
              </a:ext>
            </a:extLst>
          </p:cNvPr>
          <p:cNvSpPr/>
          <p:nvPr/>
        </p:nvSpPr>
        <p:spPr>
          <a:xfrm>
            <a:off x="436645" y="18444864"/>
            <a:ext cx="29339999" cy="4960468"/>
          </a:xfrm>
          <a:prstGeom prst="rect">
            <a:avLst/>
          </a:prstGeom>
          <a:solidFill>
            <a:schemeClr val="bg1"/>
          </a:solidFill>
          <a:ln w="127000">
            <a:solidFill>
              <a:schemeClr val="tx2"/>
            </a:solidFill>
            <a:extLst>
              <a:ext uri="{C807C97D-BFC1-408E-A445-0C87EB9F89A2}">
                <ask:lineSketchStyleProps xmlns:ask="http://schemas.microsoft.com/office/drawing/2018/sketchyshapes" sd="981765707">
                  <a:custGeom>
                    <a:avLst/>
                    <a:gdLst>
                      <a:gd name="connsiteX0" fmla="*/ 0 w 27965400"/>
                      <a:gd name="connsiteY0" fmla="*/ 0 h 5715000"/>
                      <a:gd name="connsiteX1" fmla="*/ 27965400 w 27965400"/>
                      <a:gd name="connsiteY1" fmla="*/ 0 h 5715000"/>
                      <a:gd name="connsiteX2" fmla="*/ 27965400 w 27965400"/>
                      <a:gd name="connsiteY2" fmla="*/ 5715000 h 5715000"/>
                      <a:gd name="connsiteX3" fmla="*/ 0 w 27965400"/>
                      <a:gd name="connsiteY3" fmla="*/ 5715000 h 5715000"/>
                      <a:gd name="connsiteX4" fmla="*/ 0 w 27965400"/>
                      <a:gd name="connsiteY4" fmla="*/ 0 h 5715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965400" h="5715000" fill="none" extrusionOk="0">
                        <a:moveTo>
                          <a:pt x="0" y="0"/>
                        </a:moveTo>
                        <a:cubicBezTo>
                          <a:pt x="12822961" y="-33775"/>
                          <a:pt x="23266028" y="138873"/>
                          <a:pt x="27965400" y="0"/>
                        </a:cubicBezTo>
                        <a:cubicBezTo>
                          <a:pt x="27891629" y="1430944"/>
                          <a:pt x="27809517" y="3154282"/>
                          <a:pt x="27965400" y="5715000"/>
                        </a:cubicBezTo>
                        <a:cubicBezTo>
                          <a:pt x="16913084" y="5577670"/>
                          <a:pt x="9222407" y="5577144"/>
                          <a:pt x="0" y="5715000"/>
                        </a:cubicBezTo>
                        <a:cubicBezTo>
                          <a:pt x="152408" y="3190664"/>
                          <a:pt x="73868" y="1414017"/>
                          <a:pt x="0" y="0"/>
                        </a:cubicBezTo>
                        <a:close/>
                      </a:path>
                      <a:path w="27965400" h="5715000" stroke="0" extrusionOk="0">
                        <a:moveTo>
                          <a:pt x="0" y="0"/>
                        </a:moveTo>
                        <a:cubicBezTo>
                          <a:pt x="6780586" y="-101487"/>
                          <a:pt x="18516925" y="-162162"/>
                          <a:pt x="27965400" y="0"/>
                        </a:cubicBezTo>
                        <a:cubicBezTo>
                          <a:pt x="28026113" y="2805299"/>
                          <a:pt x="27904328" y="3460224"/>
                          <a:pt x="27965400" y="5715000"/>
                        </a:cubicBezTo>
                        <a:cubicBezTo>
                          <a:pt x="19875670" y="5765065"/>
                          <a:pt x="9433509" y="5556551"/>
                          <a:pt x="0" y="5715000"/>
                        </a:cubicBezTo>
                        <a:cubicBezTo>
                          <a:pt x="-24452" y="3845266"/>
                          <a:pt x="-67663" y="2490616"/>
                          <a:pt x="0" y="0"/>
                        </a:cubicBezTo>
                        <a:close/>
                      </a:path>
                    </a:pathLst>
                  </a:custGeom>
                  <ask:type>
                    <ask:lineSketchNon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ja-JP" altLang="en-US" dirty="0"/>
          </a:p>
        </p:txBody>
      </p:sp>
      <p:sp>
        <p:nvSpPr>
          <p:cNvPr id="294" name="正方形/長方形 293">
            <a:extLst>
              <a:ext uri="{FF2B5EF4-FFF2-40B4-BE49-F238E27FC236}">
                <a16:creationId xmlns:a16="http://schemas.microsoft.com/office/drawing/2014/main" id="{2EDE36F2-B5ED-86B6-611E-A38B7C1C4958}"/>
              </a:ext>
            </a:extLst>
          </p:cNvPr>
          <p:cNvSpPr/>
          <p:nvPr/>
        </p:nvSpPr>
        <p:spPr>
          <a:xfrm>
            <a:off x="494350" y="37058161"/>
            <a:ext cx="29340000" cy="2803483"/>
          </a:xfrm>
          <a:prstGeom prst="rect">
            <a:avLst/>
          </a:prstGeom>
          <a:solidFill>
            <a:schemeClr val="bg1"/>
          </a:solidFill>
          <a:ln w="127000">
            <a:solidFill>
              <a:schemeClr val="tx2"/>
            </a:solidFill>
            <a:extLst>
              <a:ext uri="{C807C97D-BFC1-408E-A445-0C87EB9F89A2}">
                <ask:lineSketchStyleProps xmlns:ask="http://schemas.microsoft.com/office/drawing/2018/sketchyshapes" sd="981765707">
                  <a:custGeom>
                    <a:avLst/>
                    <a:gdLst>
                      <a:gd name="connsiteX0" fmla="*/ 0 w 27965400"/>
                      <a:gd name="connsiteY0" fmla="*/ 0 h 5715000"/>
                      <a:gd name="connsiteX1" fmla="*/ 27965400 w 27965400"/>
                      <a:gd name="connsiteY1" fmla="*/ 0 h 5715000"/>
                      <a:gd name="connsiteX2" fmla="*/ 27965400 w 27965400"/>
                      <a:gd name="connsiteY2" fmla="*/ 5715000 h 5715000"/>
                      <a:gd name="connsiteX3" fmla="*/ 0 w 27965400"/>
                      <a:gd name="connsiteY3" fmla="*/ 5715000 h 5715000"/>
                      <a:gd name="connsiteX4" fmla="*/ 0 w 27965400"/>
                      <a:gd name="connsiteY4" fmla="*/ 0 h 5715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965400" h="5715000" fill="none" extrusionOk="0">
                        <a:moveTo>
                          <a:pt x="0" y="0"/>
                        </a:moveTo>
                        <a:cubicBezTo>
                          <a:pt x="12822961" y="-33775"/>
                          <a:pt x="23266028" y="138873"/>
                          <a:pt x="27965400" y="0"/>
                        </a:cubicBezTo>
                        <a:cubicBezTo>
                          <a:pt x="27891629" y="1430944"/>
                          <a:pt x="27809517" y="3154282"/>
                          <a:pt x="27965400" y="5715000"/>
                        </a:cubicBezTo>
                        <a:cubicBezTo>
                          <a:pt x="16913084" y="5577670"/>
                          <a:pt x="9222407" y="5577144"/>
                          <a:pt x="0" y="5715000"/>
                        </a:cubicBezTo>
                        <a:cubicBezTo>
                          <a:pt x="152408" y="3190664"/>
                          <a:pt x="73868" y="1414017"/>
                          <a:pt x="0" y="0"/>
                        </a:cubicBezTo>
                        <a:close/>
                      </a:path>
                      <a:path w="27965400" h="5715000" stroke="0" extrusionOk="0">
                        <a:moveTo>
                          <a:pt x="0" y="0"/>
                        </a:moveTo>
                        <a:cubicBezTo>
                          <a:pt x="6780586" y="-101487"/>
                          <a:pt x="18516925" y="-162162"/>
                          <a:pt x="27965400" y="0"/>
                        </a:cubicBezTo>
                        <a:cubicBezTo>
                          <a:pt x="28026113" y="2805299"/>
                          <a:pt x="27904328" y="3460224"/>
                          <a:pt x="27965400" y="5715000"/>
                        </a:cubicBezTo>
                        <a:cubicBezTo>
                          <a:pt x="19875670" y="5765065"/>
                          <a:pt x="9433509" y="5556551"/>
                          <a:pt x="0" y="5715000"/>
                        </a:cubicBezTo>
                        <a:cubicBezTo>
                          <a:pt x="-24452" y="3845266"/>
                          <a:pt x="-67663" y="2490616"/>
                          <a:pt x="0" y="0"/>
                        </a:cubicBezTo>
                        <a:close/>
                      </a:path>
                    </a:pathLst>
                  </a:custGeom>
                  <ask:type>
                    <ask:lineSketchNon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ja-JP" altLang="en-US" dirty="0"/>
          </a:p>
        </p:txBody>
      </p:sp>
      <p:grpSp>
        <p:nvGrpSpPr>
          <p:cNvPr id="300" name="グループ化 299">
            <a:extLst>
              <a:ext uri="{FF2B5EF4-FFF2-40B4-BE49-F238E27FC236}">
                <a16:creationId xmlns:a16="http://schemas.microsoft.com/office/drawing/2014/main" id="{96D3750F-868E-EFD5-D098-592F30539C8B}"/>
              </a:ext>
            </a:extLst>
          </p:cNvPr>
          <p:cNvGrpSpPr/>
          <p:nvPr/>
        </p:nvGrpSpPr>
        <p:grpSpPr>
          <a:xfrm>
            <a:off x="494351" y="23916312"/>
            <a:ext cx="29339999" cy="12630873"/>
            <a:chOff x="494351" y="23623704"/>
            <a:chExt cx="29339999" cy="12630873"/>
          </a:xfrm>
        </p:grpSpPr>
        <p:sp>
          <p:nvSpPr>
            <p:cNvPr id="4" name="正方形/長方形 3">
              <a:extLst>
                <a:ext uri="{FF2B5EF4-FFF2-40B4-BE49-F238E27FC236}">
                  <a16:creationId xmlns:a16="http://schemas.microsoft.com/office/drawing/2014/main" id="{7B61628E-0D1F-F621-55E5-6AFDAF917949}"/>
                </a:ext>
              </a:extLst>
            </p:cNvPr>
            <p:cNvSpPr/>
            <p:nvPr/>
          </p:nvSpPr>
          <p:spPr>
            <a:xfrm>
              <a:off x="494351" y="23623704"/>
              <a:ext cx="29339999" cy="12630873"/>
            </a:xfrm>
            <a:prstGeom prst="rect">
              <a:avLst/>
            </a:prstGeom>
            <a:solidFill>
              <a:schemeClr val="bg1"/>
            </a:solidFill>
            <a:ln w="127000">
              <a:solidFill>
                <a:schemeClr val="tx2"/>
              </a:solidFill>
              <a:extLst>
                <a:ext uri="{C807C97D-BFC1-408E-A445-0C87EB9F89A2}">
                  <ask:lineSketchStyleProps xmlns:ask="http://schemas.microsoft.com/office/drawing/2018/sketchyshapes" sd="981765707">
                    <a:custGeom>
                      <a:avLst/>
                      <a:gdLst>
                        <a:gd name="connsiteX0" fmla="*/ 0 w 27965400"/>
                        <a:gd name="connsiteY0" fmla="*/ 0 h 5715000"/>
                        <a:gd name="connsiteX1" fmla="*/ 27965400 w 27965400"/>
                        <a:gd name="connsiteY1" fmla="*/ 0 h 5715000"/>
                        <a:gd name="connsiteX2" fmla="*/ 27965400 w 27965400"/>
                        <a:gd name="connsiteY2" fmla="*/ 5715000 h 5715000"/>
                        <a:gd name="connsiteX3" fmla="*/ 0 w 27965400"/>
                        <a:gd name="connsiteY3" fmla="*/ 5715000 h 5715000"/>
                        <a:gd name="connsiteX4" fmla="*/ 0 w 27965400"/>
                        <a:gd name="connsiteY4" fmla="*/ 0 h 5715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965400" h="5715000" fill="none" extrusionOk="0">
                          <a:moveTo>
                            <a:pt x="0" y="0"/>
                          </a:moveTo>
                          <a:cubicBezTo>
                            <a:pt x="12822961" y="-33775"/>
                            <a:pt x="23266028" y="138873"/>
                            <a:pt x="27965400" y="0"/>
                          </a:cubicBezTo>
                          <a:cubicBezTo>
                            <a:pt x="27891629" y="1430944"/>
                            <a:pt x="27809517" y="3154282"/>
                            <a:pt x="27965400" y="5715000"/>
                          </a:cubicBezTo>
                          <a:cubicBezTo>
                            <a:pt x="16913084" y="5577670"/>
                            <a:pt x="9222407" y="5577144"/>
                            <a:pt x="0" y="5715000"/>
                          </a:cubicBezTo>
                          <a:cubicBezTo>
                            <a:pt x="152408" y="3190664"/>
                            <a:pt x="73868" y="1414017"/>
                            <a:pt x="0" y="0"/>
                          </a:cubicBezTo>
                          <a:close/>
                        </a:path>
                        <a:path w="27965400" h="5715000" stroke="0" extrusionOk="0">
                          <a:moveTo>
                            <a:pt x="0" y="0"/>
                          </a:moveTo>
                          <a:cubicBezTo>
                            <a:pt x="6780586" y="-101487"/>
                            <a:pt x="18516925" y="-162162"/>
                            <a:pt x="27965400" y="0"/>
                          </a:cubicBezTo>
                          <a:cubicBezTo>
                            <a:pt x="28026113" y="2805299"/>
                            <a:pt x="27904328" y="3460224"/>
                            <a:pt x="27965400" y="5715000"/>
                          </a:cubicBezTo>
                          <a:cubicBezTo>
                            <a:pt x="19875670" y="5765065"/>
                            <a:pt x="9433509" y="5556551"/>
                            <a:pt x="0" y="5715000"/>
                          </a:cubicBezTo>
                          <a:cubicBezTo>
                            <a:pt x="-24452" y="3845266"/>
                            <a:pt x="-67663" y="2490616"/>
                            <a:pt x="0" y="0"/>
                          </a:cubicBezTo>
                          <a:close/>
                        </a:path>
                      </a:pathLst>
                    </a:custGeom>
                    <ask:type>
                      <ask:lineSketchNon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ja-JP" altLang="en-US" dirty="0"/>
            </a:p>
          </p:txBody>
        </p:sp>
        <p:sp>
          <p:nvSpPr>
            <p:cNvPr id="5" name="テキスト ボックス 4">
              <a:extLst>
                <a:ext uri="{FF2B5EF4-FFF2-40B4-BE49-F238E27FC236}">
                  <a16:creationId xmlns:a16="http://schemas.microsoft.com/office/drawing/2014/main" id="{F64FA5BB-EA9A-62A7-DC2A-8DEC6F5732C2}"/>
                </a:ext>
              </a:extLst>
            </p:cNvPr>
            <p:cNvSpPr txBox="1">
              <a:spLocks/>
            </p:cNvSpPr>
            <p:nvPr/>
          </p:nvSpPr>
          <p:spPr>
            <a:xfrm>
              <a:off x="1126516" y="23703267"/>
              <a:ext cx="4618993" cy="769441"/>
            </a:xfrm>
            <a:prstGeom prst="rect">
              <a:avLst/>
            </a:prstGeom>
            <a:noFill/>
          </p:spPr>
          <p:txBody>
            <a:bodyPr wrap="square" rtlCol="0">
              <a:spAutoFit/>
            </a:bodyPr>
            <a:lstStyle/>
            <a:p>
              <a:r>
                <a:rPr lang="ja-JP" altLang="en-US" sz="4400" b="1" dirty="0">
                  <a:solidFill>
                    <a:schemeClr val="tx2">
                      <a:lumMod val="90000"/>
                      <a:lumOff val="10000"/>
                    </a:schemeClr>
                  </a:solidFill>
                  <a:latin typeface="メイリオ" panose="020B0604030504040204" pitchFamily="50" charset="-128"/>
                  <a:ea typeface="メイリオ" panose="020B0604030504040204" pitchFamily="50" charset="-128"/>
                </a:rPr>
                <a:t>結果</a:t>
              </a:r>
              <a:endParaRPr lang="en-US" altLang="ja-JP" sz="3600" b="1" dirty="0">
                <a:solidFill>
                  <a:schemeClr val="tx2">
                    <a:lumMod val="90000"/>
                    <a:lumOff val="10000"/>
                  </a:schemeClr>
                </a:solidFill>
                <a:latin typeface="メイリオ" panose="020B0604030504040204" pitchFamily="50" charset="-128"/>
                <a:ea typeface="メイリオ" panose="020B0604030504040204" pitchFamily="50" charset="-128"/>
              </a:endParaRPr>
            </a:p>
          </p:txBody>
        </p:sp>
        <p:pic>
          <p:nvPicPr>
            <p:cNvPr id="6" name="図 5">
              <a:extLst>
                <a:ext uri="{FF2B5EF4-FFF2-40B4-BE49-F238E27FC236}">
                  <a16:creationId xmlns:a16="http://schemas.microsoft.com/office/drawing/2014/main" id="{ABDD51D0-5EC6-F824-DB55-80E30C858156}"/>
                </a:ext>
              </a:extLst>
            </p:cNvPr>
            <p:cNvPicPr>
              <a:picLocks noChangeAspect="1"/>
            </p:cNvPicPr>
            <p:nvPr/>
          </p:nvPicPr>
          <p:blipFill>
            <a:blip r:embed="rId46"/>
            <a:stretch>
              <a:fillRect/>
            </a:stretch>
          </p:blipFill>
          <p:spPr>
            <a:xfrm>
              <a:off x="1261621" y="26548387"/>
              <a:ext cx="12608560" cy="6822440"/>
            </a:xfrm>
            <a:prstGeom prst="rect">
              <a:avLst/>
            </a:prstGeom>
            <a:solidFill>
              <a:schemeClr val="bg1"/>
            </a:solidFill>
          </p:spPr>
        </p:pic>
        <p:pic>
          <p:nvPicPr>
            <p:cNvPr id="7" name="図 6">
              <a:extLst>
                <a:ext uri="{FF2B5EF4-FFF2-40B4-BE49-F238E27FC236}">
                  <a16:creationId xmlns:a16="http://schemas.microsoft.com/office/drawing/2014/main" id="{1FAC6B4A-D3E3-2D44-ECF1-942500666026}"/>
                </a:ext>
              </a:extLst>
            </p:cNvPr>
            <p:cNvPicPr>
              <a:picLocks noChangeAspect="1"/>
            </p:cNvPicPr>
            <p:nvPr/>
          </p:nvPicPr>
          <p:blipFill>
            <a:blip r:embed="rId47"/>
            <a:stretch>
              <a:fillRect/>
            </a:stretch>
          </p:blipFill>
          <p:spPr>
            <a:xfrm>
              <a:off x="16125993" y="26389627"/>
              <a:ext cx="12372086" cy="6628511"/>
            </a:xfrm>
            <a:prstGeom prst="rect">
              <a:avLst/>
            </a:prstGeom>
            <a:solidFill>
              <a:schemeClr val="bg1"/>
            </a:solidFill>
          </p:spPr>
        </p:pic>
        <p:sp>
          <p:nvSpPr>
            <p:cNvPr id="8" name="テキスト ボックス 7">
              <a:extLst>
                <a:ext uri="{FF2B5EF4-FFF2-40B4-BE49-F238E27FC236}">
                  <a16:creationId xmlns:a16="http://schemas.microsoft.com/office/drawing/2014/main" id="{732AF667-B2A3-FE1B-5244-22EBE058393A}"/>
                </a:ext>
              </a:extLst>
            </p:cNvPr>
            <p:cNvSpPr txBox="1"/>
            <p:nvPr/>
          </p:nvSpPr>
          <p:spPr>
            <a:xfrm>
              <a:off x="2856165" y="33602442"/>
              <a:ext cx="8322751" cy="584775"/>
            </a:xfrm>
            <a:prstGeom prst="rect">
              <a:avLst/>
            </a:prstGeom>
            <a:noFill/>
          </p:spPr>
          <p:txBody>
            <a:bodyPr wrap="square" rtlCol="0">
              <a:spAutoFit/>
            </a:bodyPr>
            <a:lstStyle/>
            <a:p>
              <a:r>
                <a:rPr kumimoji="1" lang="ja-JP" altLang="en-US" sz="3200" b="1">
                  <a:latin typeface="メイリオ" panose="020B0604030504040204" pitchFamily="50" charset="-128"/>
                  <a:ea typeface="メイリオ" panose="020B0604030504040204" pitchFamily="50" charset="-128"/>
                </a:rPr>
                <a:t>オブザーバを用いた場合と血糖値の</a:t>
              </a:r>
              <a:r>
                <a:rPr kumimoji="1" lang="en-US" altLang="ja-JP" sz="3200" b="1" dirty="0">
                  <a:latin typeface="メイリオ" panose="020B0604030504040204" pitchFamily="50" charset="-128"/>
                  <a:ea typeface="メイリオ" panose="020B0604030504040204" pitchFamily="50" charset="-128"/>
                </a:rPr>
                <a:t>RMSE</a:t>
              </a:r>
              <a:endParaRPr kumimoji="1" lang="ja-JP" altLang="en-US" sz="3200" b="1" dirty="0">
                <a:latin typeface="メイリオ" panose="020B0604030504040204" pitchFamily="50" charset="-128"/>
                <a:ea typeface="メイリオ" panose="020B0604030504040204" pitchFamily="50" charset="-128"/>
              </a:endParaRPr>
            </a:p>
          </p:txBody>
        </p:sp>
        <p:sp>
          <p:nvSpPr>
            <p:cNvPr id="9" name="テキスト ボックス 8">
              <a:extLst>
                <a:ext uri="{FF2B5EF4-FFF2-40B4-BE49-F238E27FC236}">
                  <a16:creationId xmlns:a16="http://schemas.microsoft.com/office/drawing/2014/main" id="{98F8ADE3-B991-F985-9C42-B2BACD4EF6A8}"/>
                </a:ext>
              </a:extLst>
            </p:cNvPr>
            <p:cNvSpPr txBox="1"/>
            <p:nvPr/>
          </p:nvSpPr>
          <p:spPr>
            <a:xfrm>
              <a:off x="17490850" y="33186206"/>
              <a:ext cx="7352849" cy="584775"/>
            </a:xfrm>
            <a:prstGeom prst="rect">
              <a:avLst/>
            </a:prstGeom>
            <a:noFill/>
          </p:spPr>
          <p:txBody>
            <a:bodyPr wrap="square" rtlCol="0">
              <a:spAutoFit/>
            </a:bodyPr>
            <a:lstStyle/>
            <a:p>
              <a:r>
                <a:rPr kumimoji="1" lang="en-US" altLang="ja-JP" sz="3200" b="1" dirty="0">
                  <a:latin typeface="メイリオ" panose="020B0604030504040204" pitchFamily="50" charset="-128"/>
                  <a:ea typeface="メイリオ" panose="020B0604030504040204" pitchFamily="50" charset="-128"/>
                </a:rPr>
                <a:t>EKF</a:t>
              </a:r>
              <a:r>
                <a:rPr kumimoji="1" lang="ja-JP" altLang="en-US" sz="3200" b="1">
                  <a:latin typeface="メイリオ" panose="020B0604030504040204" pitchFamily="50" charset="-128"/>
                  <a:ea typeface="メイリオ" panose="020B0604030504040204" pitchFamily="50" charset="-128"/>
                </a:rPr>
                <a:t>を用いた場合の血糖値の</a:t>
              </a:r>
              <a:r>
                <a:rPr kumimoji="1" lang="en-US" altLang="ja-JP" sz="3200" b="1" dirty="0">
                  <a:latin typeface="メイリオ" panose="020B0604030504040204" pitchFamily="50" charset="-128"/>
                  <a:ea typeface="メイリオ" panose="020B0604030504040204" pitchFamily="50" charset="-128"/>
                </a:rPr>
                <a:t>RMSE</a:t>
              </a:r>
              <a:endParaRPr kumimoji="1" lang="ja-JP" altLang="en-US" sz="3200" b="1" dirty="0">
                <a:latin typeface="メイリオ" panose="020B0604030504040204" pitchFamily="50" charset="-128"/>
                <a:ea typeface="メイリオ" panose="020B0604030504040204" pitchFamily="50" charset="-128"/>
              </a:endParaRPr>
            </a:p>
          </p:txBody>
        </p:sp>
        <p:pic>
          <p:nvPicPr>
            <p:cNvPr id="10" name="図 9">
              <a:extLst>
                <a:ext uri="{FF2B5EF4-FFF2-40B4-BE49-F238E27FC236}">
                  <a16:creationId xmlns:a16="http://schemas.microsoft.com/office/drawing/2014/main" id="{41A9CB97-DA8C-95C4-60B8-A730F9C6D088}"/>
                </a:ext>
              </a:extLst>
            </p:cNvPr>
            <p:cNvPicPr>
              <a:picLocks noChangeAspect="1"/>
            </p:cNvPicPr>
            <p:nvPr/>
          </p:nvPicPr>
          <p:blipFill>
            <a:blip r:embed="rId48"/>
            <a:stretch>
              <a:fillRect/>
            </a:stretch>
          </p:blipFill>
          <p:spPr>
            <a:xfrm>
              <a:off x="3142060" y="34187217"/>
              <a:ext cx="7353300" cy="800100"/>
            </a:xfrm>
            <a:prstGeom prst="rect">
              <a:avLst/>
            </a:prstGeom>
          </p:spPr>
        </p:pic>
        <p:pic>
          <p:nvPicPr>
            <p:cNvPr id="11" name="図 10">
              <a:extLst>
                <a:ext uri="{FF2B5EF4-FFF2-40B4-BE49-F238E27FC236}">
                  <a16:creationId xmlns:a16="http://schemas.microsoft.com/office/drawing/2014/main" id="{3984E835-4FAF-0677-4FF6-1F06E8AF7B81}"/>
                </a:ext>
              </a:extLst>
            </p:cNvPr>
            <p:cNvPicPr>
              <a:picLocks/>
            </p:cNvPicPr>
            <p:nvPr/>
          </p:nvPicPr>
          <p:blipFill>
            <a:blip r:embed="rId49"/>
            <a:stretch>
              <a:fillRect/>
            </a:stretch>
          </p:blipFill>
          <p:spPr>
            <a:xfrm>
              <a:off x="17149465" y="33770981"/>
              <a:ext cx="7353300" cy="800100"/>
            </a:xfrm>
            <a:prstGeom prst="rect">
              <a:avLst/>
            </a:prstGeom>
          </p:spPr>
        </p:pic>
        <p:sp>
          <p:nvSpPr>
            <p:cNvPr id="13" name="テキスト ボックス 12">
              <a:extLst>
                <a:ext uri="{FF2B5EF4-FFF2-40B4-BE49-F238E27FC236}">
                  <a16:creationId xmlns:a16="http://schemas.microsoft.com/office/drawing/2014/main" id="{31E07E08-7D44-EB35-500F-6DBEE8413345}"/>
                </a:ext>
              </a:extLst>
            </p:cNvPr>
            <p:cNvSpPr txBox="1"/>
            <p:nvPr/>
          </p:nvSpPr>
          <p:spPr>
            <a:xfrm>
              <a:off x="1126516" y="24349968"/>
              <a:ext cx="6452325" cy="523220"/>
            </a:xfrm>
            <a:prstGeom prst="rect">
              <a:avLst/>
            </a:prstGeom>
            <a:noFill/>
          </p:spPr>
          <p:txBody>
            <a:bodyPr wrap="square" rtlCol="0">
              <a:spAutoFit/>
            </a:bodyPr>
            <a:lstStyle/>
            <a:p>
              <a:r>
                <a:rPr kumimoji="1" lang="ja-JP" altLang="en-US" sz="2800" b="1">
                  <a:latin typeface="メイリオ" panose="020B0604030504040204" pitchFamily="50" charset="-128"/>
                  <a:ea typeface="メイリオ" panose="020B0604030504040204" pitchFamily="50" charset="-128"/>
                </a:rPr>
                <a:t>状態推定実験</a:t>
              </a:r>
              <a:endParaRPr kumimoji="1" lang="ja-JP" altLang="en-US" sz="2800" b="1" dirty="0">
                <a:latin typeface="メイリオ" panose="020B0604030504040204" pitchFamily="50" charset="-128"/>
                <a:ea typeface="メイリオ" panose="020B0604030504040204" pitchFamily="50" charset="-128"/>
              </a:endParaRPr>
            </a:p>
          </p:txBody>
        </p:sp>
        <p:sp>
          <p:nvSpPr>
            <p:cNvPr id="21" name="テキスト ボックス 20">
              <a:extLst>
                <a:ext uri="{FF2B5EF4-FFF2-40B4-BE49-F238E27FC236}">
                  <a16:creationId xmlns:a16="http://schemas.microsoft.com/office/drawing/2014/main" id="{48FF2E25-026C-BC36-728D-1F6A1F60BC68}"/>
                </a:ext>
              </a:extLst>
            </p:cNvPr>
            <p:cNvSpPr txBox="1"/>
            <p:nvPr/>
          </p:nvSpPr>
          <p:spPr>
            <a:xfrm>
              <a:off x="1472823" y="25040282"/>
              <a:ext cx="26633798" cy="1200329"/>
            </a:xfrm>
            <a:prstGeom prst="rect">
              <a:avLst/>
            </a:prstGeom>
            <a:noFill/>
          </p:spPr>
          <p:txBody>
            <a:bodyPr wrap="square" rtlCol="0">
              <a:spAutoFit/>
            </a:bodyPr>
            <a:lstStyle/>
            <a:p>
              <a:pPr marL="514350" indent="-514350">
                <a:buFont typeface="+mj-lt"/>
                <a:buAutoNum type="arabicPeriod"/>
              </a:pPr>
              <a:r>
                <a:rPr kumimoji="1" lang="en-US" altLang="ja-JP" sz="2400" dirty="0">
                  <a:latin typeface="メイリオ" panose="020B0604030504040204" pitchFamily="50" charset="-128"/>
                  <a:ea typeface="メイリオ" panose="020B0604030504040204" pitchFamily="50" charset="-128"/>
                </a:rPr>
                <a:t>UVA/Padova</a:t>
              </a:r>
              <a:r>
                <a:rPr kumimoji="1" lang="ja-JP" altLang="en-US" sz="2400">
                  <a:latin typeface="メイリオ" panose="020B0604030504040204" pitchFamily="50" charset="-128"/>
                  <a:ea typeface="メイリオ" panose="020B0604030504040204" pitchFamily="50" charset="-128"/>
                </a:rPr>
                <a:t>モデルより</a:t>
              </a:r>
              <a:r>
                <a:rPr kumimoji="1" lang="en-US" altLang="ja-JP" sz="2400" dirty="0">
                  <a:latin typeface="メイリオ" panose="020B0604030504040204" pitchFamily="50" charset="-128"/>
                  <a:ea typeface="メイリオ" panose="020B0604030504040204" pitchFamily="50" charset="-128"/>
                </a:rPr>
                <a:t>4</a:t>
              </a:r>
              <a:r>
                <a:rPr lang="ja-JP" altLang="en-US" sz="2400">
                  <a:latin typeface="メイリオ" panose="020B0604030504040204" pitchFamily="50" charset="-128"/>
                  <a:ea typeface="メイリオ" panose="020B0604030504040204" pitchFamily="50" charset="-128"/>
                </a:rPr>
                <a:t>日分の仮想的な入出力データ</a:t>
              </a:r>
              <a:r>
                <a:rPr lang="en-US" altLang="ja-JP" sz="2400" dirty="0">
                  <a:latin typeface="メイリオ" panose="020B0604030504040204" pitchFamily="50" charset="-128"/>
                  <a:ea typeface="メイリオ" panose="020B0604030504040204" pitchFamily="50" charset="-128"/>
                </a:rPr>
                <a:t>10</a:t>
              </a:r>
              <a:r>
                <a:rPr lang="ja-JP" altLang="en-US" sz="2400">
                  <a:latin typeface="メイリオ" panose="020B0604030504040204" pitchFamily="50" charset="-128"/>
                  <a:ea typeface="メイリオ" panose="020B0604030504040204" pitchFamily="50" charset="-128"/>
                </a:rPr>
                <a:t>人分を作成</a:t>
              </a:r>
              <a:endParaRPr lang="en-US" altLang="ja-JP" sz="2400" dirty="0">
                <a:latin typeface="メイリオ" panose="020B0604030504040204" pitchFamily="50" charset="-128"/>
                <a:ea typeface="メイリオ" panose="020B0604030504040204" pitchFamily="50" charset="-128"/>
              </a:endParaRPr>
            </a:p>
            <a:p>
              <a:pPr marL="514350" indent="-514350">
                <a:buFont typeface="+mj-lt"/>
                <a:buAutoNum type="arabicPeriod"/>
              </a:pPr>
              <a:r>
                <a:rPr lang="ja-JP" altLang="en-US" sz="2400">
                  <a:latin typeface="メイリオ" panose="020B0604030504040204" pitchFamily="50" charset="-128"/>
                  <a:ea typeface="メイリオ" panose="020B0604030504040204" pitchFamily="50" charset="-128"/>
                </a:rPr>
                <a:t>オブザーバ，</a:t>
              </a:r>
              <a:r>
                <a:rPr lang="en-US" altLang="ja-JP" sz="2400" dirty="0">
                  <a:latin typeface="メイリオ" panose="020B0604030504040204" pitchFamily="50" charset="-128"/>
                  <a:ea typeface="メイリオ" panose="020B0604030504040204" pitchFamily="50" charset="-128"/>
                </a:rPr>
                <a:t>EKF</a:t>
              </a:r>
              <a:r>
                <a:rPr lang="ja-JP" altLang="en-US" sz="2400">
                  <a:latin typeface="メイリオ" panose="020B0604030504040204" pitchFamily="50" charset="-128"/>
                  <a:ea typeface="メイリオ" panose="020B0604030504040204" pitchFamily="50" charset="-128"/>
                </a:rPr>
                <a:t>を用いて状態推定を行う</a:t>
              </a:r>
              <a:endParaRPr lang="en-US" altLang="ja-JP" sz="2400" dirty="0">
                <a:latin typeface="メイリオ" panose="020B0604030504040204" pitchFamily="50" charset="-128"/>
                <a:ea typeface="メイリオ" panose="020B0604030504040204" pitchFamily="50" charset="-128"/>
              </a:endParaRPr>
            </a:p>
            <a:p>
              <a:pPr marL="514350" indent="-514350">
                <a:buFont typeface="+mj-lt"/>
                <a:buAutoNum type="arabicPeriod"/>
              </a:pPr>
              <a:r>
                <a:rPr lang="ja-JP" altLang="en-US" sz="2400">
                  <a:latin typeface="メイリオ" panose="020B0604030504040204" pitchFamily="50" charset="-128"/>
                  <a:ea typeface="メイリオ" panose="020B0604030504040204" pitchFamily="50" charset="-128"/>
                </a:rPr>
                <a:t>各状態推定結果に対して，推定された血糖値と</a:t>
              </a:r>
              <a:r>
                <a:rPr lang="en-US" altLang="ja-JP" sz="2400" dirty="0">
                  <a:latin typeface="メイリオ" panose="020B0604030504040204" pitchFamily="50" charset="-128"/>
                  <a:ea typeface="メイリオ" panose="020B0604030504040204" pitchFamily="50" charset="-128"/>
                </a:rPr>
                <a:t>UVA/Padova</a:t>
              </a:r>
              <a:r>
                <a:rPr lang="ja-JP" altLang="en-US" sz="2400">
                  <a:latin typeface="メイリオ" panose="020B0604030504040204" pitchFamily="50" charset="-128"/>
                  <a:ea typeface="メイリオ" panose="020B0604030504040204" pitchFamily="50" charset="-128"/>
                </a:rPr>
                <a:t>モデルの</a:t>
              </a:r>
              <a:r>
                <a:rPr lang="en-US" altLang="ja-JP" sz="2400" dirty="0">
                  <a:latin typeface="メイリオ" panose="020B0604030504040204" pitchFamily="50" charset="-128"/>
                  <a:ea typeface="メイリオ" panose="020B0604030504040204" pitchFamily="50" charset="-128"/>
                </a:rPr>
                <a:t>RMSE</a:t>
              </a:r>
              <a:r>
                <a:rPr lang="ja-JP" altLang="en-US" sz="2400">
                  <a:latin typeface="メイリオ" panose="020B0604030504040204" pitchFamily="50" charset="-128"/>
                  <a:ea typeface="メイリオ" panose="020B0604030504040204" pitchFamily="50" charset="-128"/>
                </a:rPr>
                <a:t>を計算</a:t>
              </a:r>
              <a:endParaRPr lang="en-US" altLang="ja-JP" sz="2400" dirty="0">
                <a:latin typeface="メイリオ" panose="020B0604030504040204" pitchFamily="50" charset="-128"/>
                <a:ea typeface="メイリオ" panose="020B0604030504040204" pitchFamily="50" charset="-128"/>
              </a:endParaRPr>
            </a:p>
          </p:txBody>
        </p:sp>
        <p:sp>
          <p:nvSpPr>
            <p:cNvPr id="51" name="テキスト ボックス 50">
              <a:extLst>
                <a:ext uri="{FF2B5EF4-FFF2-40B4-BE49-F238E27FC236}">
                  <a16:creationId xmlns:a16="http://schemas.microsoft.com/office/drawing/2014/main" id="{5C80B2B6-E8EC-1559-7C75-360EC3FF5FD2}"/>
                </a:ext>
              </a:extLst>
            </p:cNvPr>
            <p:cNvSpPr txBox="1"/>
            <p:nvPr/>
          </p:nvSpPr>
          <p:spPr>
            <a:xfrm>
              <a:off x="756299" y="35279668"/>
              <a:ext cx="8147211" cy="707886"/>
            </a:xfrm>
            <a:prstGeom prst="rect">
              <a:avLst/>
            </a:prstGeom>
            <a:noFill/>
          </p:spPr>
          <p:txBody>
            <a:bodyPr wrap="square" rtlCol="0">
              <a:spAutoFit/>
            </a:bodyPr>
            <a:lstStyle/>
            <a:p>
              <a:pPr marL="457200" indent="-457200">
                <a:buFont typeface="Arial" panose="020B0604020202020204" pitchFamily="34" charset="0"/>
                <a:buChar char="•"/>
              </a:pPr>
              <a:r>
                <a:rPr lang="en-US" altLang="ja-JP" sz="2000" dirty="0">
                  <a:latin typeface="メイリオ" panose="020B0604030504040204" pitchFamily="50" charset="-128"/>
                  <a:ea typeface="メイリオ" panose="020B0604030504040204" pitchFamily="50" charset="-128"/>
                </a:rPr>
                <a:t>EKF</a:t>
              </a:r>
              <a:r>
                <a:rPr lang="ja-JP" altLang="en-US" sz="2000">
                  <a:latin typeface="メイリオ" panose="020B0604030504040204" pitchFamily="50" charset="-128"/>
                  <a:ea typeface="メイリオ" panose="020B0604030504040204" pitchFamily="50" charset="-128"/>
                </a:rPr>
                <a:t>，オブザーバのどちらの場合も，よく血糖値を推定している</a:t>
              </a:r>
              <a:endParaRPr lang="en-US" altLang="ja-JP" sz="2000" dirty="0">
                <a:latin typeface="メイリオ" panose="020B0604030504040204" pitchFamily="50" charset="-128"/>
                <a:ea typeface="メイリオ" panose="020B0604030504040204" pitchFamily="50" charset="-128"/>
              </a:endParaRPr>
            </a:p>
            <a:p>
              <a:pPr marL="457200" indent="-457200">
                <a:buFont typeface="Arial" panose="020B0604020202020204" pitchFamily="34" charset="0"/>
                <a:buChar char="•"/>
              </a:pPr>
              <a:r>
                <a:rPr kumimoji="1" lang="ja-JP" altLang="en-US" sz="2000">
                  <a:latin typeface="メイリオ" panose="020B0604030504040204" pitchFamily="50" charset="-128"/>
                  <a:ea typeface="メイリオ" panose="020B0604030504040204" pitchFamily="50" charset="-128"/>
                </a:rPr>
                <a:t>特に</a:t>
              </a:r>
              <a:r>
                <a:rPr kumimoji="1" lang="en-US" altLang="ja-JP" sz="2000" dirty="0">
                  <a:latin typeface="メイリオ" panose="020B0604030504040204" pitchFamily="50" charset="-128"/>
                  <a:ea typeface="メイリオ" panose="020B0604030504040204" pitchFamily="50" charset="-128"/>
                </a:rPr>
                <a:t>EKF</a:t>
              </a:r>
              <a:r>
                <a:rPr kumimoji="1" lang="ja-JP" altLang="en-US" sz="2000">
                  <a:latin typeface="メイリオ" panose="020B0604030504040204" pitchFamily="50" charset="-128"/>
                  <a:ea typeface="メイリオ" panose="020B0604030504040204" pitchFamily="50" charset="-128"/>
                </a:rPr>
                <a:t>は，内部状態の推定に関してオーバーシュートが小さい</a:t>
              </a:r>
              <a:endParaRPr kumimoji="1" lang="ja-JP" altLang="en-US" sz="2000" dirty="0">
                <a:latin typeface="メイリオ" panose="020B0604030504040204" pitchFamily="50" charset="-128"/>
                <a:ea typeface="メイリオ" panose="020B0604030504040204" pitchFamily="50" charset="-128"/>
              </a:endParaRPr>
            </a:p>
          </p:txBody>
        </p:sp>
        <p:cxnSp>
          <p:nvCxnSpPr>
            <p:cNvPr id="295" name="直線コネクタ 294">
              <a:extLst>
                <a:ext uri="{FF2B5EF4-FFF2-40B4-BE49-F238E27FC236}">
                  <a16:creationId xmlns:a16="http://schemas.microsoft.com/office/drawing/2014/main" id="{D4865C08-9992-D2A7-6142-18BFB77333FC}"/>
                </a:ext>
              </a:extLst>
            </p:cNvPr>
            <p:cNvCxnSpPr>
              <a:cxnSpLocks/>
            </p:cNvCxnSpPr>
            <p:nvPr/>
          </p:nvCxnSpPr>
          <p:spPr>
            <a:xfrm>
              <a:off x="15137606" y="26548387"/>
              <a:ext cx="0" cy="8857184"/>
            </a:xfrm>
            <a:prstGeom prst="line">
              <a:avLst/>
            </a:prstGeom>
            <a:ln w="31750"/>
          </p:spPr>
          <p:style>
            <a:lnRef idx="2">
              <a:schemeClr val="dk1"/>
            </a:lnRef>
            <a:fillRef idx="0">
              <a:schemeClr val="dk1"/>
            </a:fillRef>
            <a:effectRef idx="1">
              <a:schemeClr val="dk1"/>
            </a:effectRef>
            <a:fontRef idx="minor">
              <a:schemeClr val="tx1"/>
            </a:fontRef>
          </p:style>
        </p:cxnSp>
      </p:grpSp>
      <p:sp>
        <p:nvSpPr>
          <p:cNvPr id="298" name="TextBox 1278">
            <a:extLst>
              <a:ext uri="{FF2B5EF4-FFF2-40B4-BE49-F238E27FC236}">
                <a16:creationId xmlns:a16="http://schemas.microsoft.com/office/drawing/2014/main" id="{0F5850B5-9E3A-4363-AF12-AA3333D8A27D}"/>
              </a:ext>
            </a:extLst>
          </p:cNvPr>
          <p:cNvSpPr txBox="1">
            <a:spLocks/>
          </p:cNvSpPr>
          <p:nvPr/>
        </p:nvSpPr>
        <p:spPr>
          <a:xfrm>
            <a:off x="494350" y="41129003"/>
            <a:ext cx="26490670" cy="1107996"/>
          </a:xfrm>
          <a:prstGeom prst="rect">
            <a:avLst/>
          </a:prstGeom>
          <a:noFill/>
        </p:spPr>
        <p:txBody>
          <a:bodyPr wrap="square" rtlCol="0">
            <a:spAutoFit/>
          </a:bodyPr>
          <a:lstStyle/>
          <a:p>
            <a:r>
              <a:rPr kumimoji="1" lang="en-US" altLang="ja-JP" sz="1600" dirty="0">
                <a:solidFill>
                  <a:schemeClr val="bg2">
                    <a:lumMod val="25000"/>
                  </a:schemeClr>
                </a:solidFill>
                <a:latin typeface="Meiryo" panose="020B0604030504040204" pitchFamily="34" charset="-128"/>
                <a:ea typeface="Meiryo" panose="020B0604030504040204" pitchFamily="34" charset="-128"/>
              </a:rPr>
              <a:t>[1] </a:t>
            </a:r>
            <a:r>
              <a:rPr lang="en-US" sz="1600" b="0" i="0" dirty="0">
                <a:solidFill>
                  <a:srgbClr val="1B1B1B"/>
                </a:solidFill>
                <a:effectLst/>
                <a:latin typeface="Roboto Mono Web"/>
              </a:rPr>
              <a:t>Magni L, Raimondo DM, Man CD, Breton M, Patek S, Nicolao GD, Cobelli C, Kovatchev BP: </a:t>
            </a:r>
            <a:r>
              <a:rPr kumimoji="1" lang="en-US" altLang="ja-JP" sz="1600" dirty="0">
                <a:solidFill>
                  <a:schemeClr val="bg2">
                    <a:lumMod val="25000"/>
                  </a:schemeClr>
                </a:solidFill>
                <a:latin typeface="Meiryo" panose="020B0604030504040204" pitchFamily="34" charset="-128"/>
                <a:ea typeface="Meiryo" panose="020B0604030504040204" pitchFamily="34" charset="-128"/>
              </a:rPr>
              <a:t>Evaluating the efficacy of closed-loop glucose regulation via control-variability grid analysis</a:t>
            </a:r>
            <a:r>
              <a:rPr kumimoji="1" lang="en-US" altLang="ja-JP" sz="1600" i="1" dirty="0">
                <a:solidFill>
                  <a:schemeClr val="bg2">
                    <a:lumMod val="25000"/>
                  </a:schemeClr>
                </a:solidFill>
                <a:latin typeface="Meiryo" panose="020B0604030504040204" pitchFamily="34" charset="-128"/>
                <a:ea typeface="Meiryo" panose="020B0604030504040204" pitchFamily="34" charset="-128"/>
              </a:rPr>
              <a:t>, Journal of Diabetes Science and Technology </a:t>
            </a:r>
            <a:r>
              <a:rPr kumimoji="1" lang="en-US" altLang="ja-JP" sz="1600" dirty="0">
                <a:solidFill>
                  <a:schemeClr val="bg2">
                    <a:lumMod val="25000"/>
                  </a:schemeClr>
                </a:solidFill>
                <a:latin typeface="Meiryo" panose="020B0604030504040204" pitchFamily="34" charset="-128"/>
                <a:ea typeface="Meiryo" panose="020B0604030504040204" pitchFamily="34" charset="-128"/>
              </a:rPr>
              <a:t>(2008)</a:t>
            </a:r>
          </a:p>
          <a:p>
            <a:r>
              <a:rPr lang="en-US" sz="1600" dirty="0">
                <a:solidFill>
                  <a:schemeClr val="bg2">
                    <a:lumMod val="25000"/>
                  </a:schemeClr>
                </a:solidFill>
                <a:latin typeface="Meiryo" panose="020B0604030504040204" pitchFamily="34" charset="-128"/>
                <a:ea typeface="Meiryo" panose="020B0604030504040204" pitchFamily="34" charset="-128"/>
              </a:rPr>
              <a:t>[2] Man CD, Micheletto F, </a:t>
            </a:r>
            <a:r>
              <a:rPr lang="en-US" sz="1600" dirty="0" err="1">
                <a:solidFill>
                  <a:schemeClr val="bg2">
                    <a:lumMod val="25000"/>
                  </a:schemeClr>
                </a:solidFill>
                <a:latin typeface="Meiryo" panose="020B0604030504040204" pitchFamily="34" charset="-128"/>
                <a:ea typeface="Meiryo" panose="020B0604030504040204" pitchFamily="34" charset="-128"/>
              </a:rPr>
              <a:t>Lv</a:t>
            </a:r>
            <a:r>
              <a:rPr lang="en-US" sz="1600" dirty="0">
                <a:solidFill>
                  <a:schemeClr val="bg2">
                    <a:lumMod val="25000"/>
                  </a:schemeClr>
                </a:solidFill>
                <a:latin typeface="Meiryo" panose="020B0604030504040204" pitchFamily="34" charset="-128"/>
                <a:ea typeface="Meiryo" panose="020B0604030504040204" pitchFamily="34" charset="-128"/>
              </a:rPr>
              <a:t> D, Breton M, Kovatchev B, Cobelli C: The UVA/PADOVA Type 1 Diabetes Simulator: New Features, </a:t>
            </a:r>
            <a:r>
              <a:rPr lang="en-US" sz="1600" i="1" dirty="0">
                <a:solidFill>
                  <a:schemeClr val="bg2">
                    <a:lumMod val="25000"/>
                  </a:schemeClr>
                </a:solidFill>
                <a:latin typeface="Meiryo" panose="020B0604030504040204" pitchFamily="34" charset="-128"/>
                <a:ea typeface="Meiryo" panose="020B0604030504040204" pitchFamily="34" charset="-128"/>
              </a:rPr>
              <a:t>Journal of Diabetes Science and Technology (2014)</a:t>
            </a:r>
          </a:p>
          <a:p>
            <a:r>
              <a:rPr lang="en-US" sz="1600" dirty="0">
                <a:solidFill>
                  <a:schemeClr val="bg2">
                    <a:lumMod val="25000"/>
                  </a:schemeClr>
                </a:solidFill>
                <a:latin typeface="Meiryo" panose="020B0604030504040204" pitchFamily="34" charset="-128"/>
                <a:ea typeface="Meiryo" panose="020B0604030504040204" pitchFamily="34" charset="-128"/>
              </a:rPr>
              <a:t>[3]</a:t>
            </a:r>
            <a:r>
              <a:rPr lang="ja-JP" altLang="en-US" sz="1600">
                <a:solidFill>
                  <a:schemeClr val="bg2">
                    <a:lumMod val="25000"/>
                  </a:schemeClr>
                </a:solidFill>
                <a:latin typeface="Meiryo" panose="020B0604030504040204" pitchFamily="34" charset="-128"/>
                <a:ea typeface="Meiryo" panose="020B0604030504040204" pitchFamily="34" charset="-128"/>
              </a:rPr>
              <a:t>三輪 雄太</a:t>
            </a:r>
            <a:r>
              <a:rPr lang="en-US" altLang="ja-JP" sz="1600" dirty="0">
                <a:solidFill>
                  <a:schemeClr val="bg2">
                    <a:lumMod val="25000"/>
                  </a:schemeClr>
                </a:solidFill>
                <a:latin typeface="Meiryo" panose="020B0604030504040204" pitchFamily="34" charset="-128"/>
                <a:ea typeface="Meiryo" panose="020B0604030504040204" pitchFamily="34" charset="-128"/>
              </a:rPr>
              <a:t>, </a:t>
            </a:r>
            <a:r>
              <a:rPr lang="ja-JP" altLang="en-US" sz="1600">
                <a:solidFill>
                  <a:schemeClr val="bg2">
                    <a:lumMod val="25000"/>
                  </a:schemeClr>
                </a:solidFill>
                <a:latin typeface="Meiryo" panose="020B0604030504040204" pitchFamily="34" charset="-128"/>
                <a:ea typeface="Meiryo" panose="020B0604030504040204" pitchFamily="34" charset="-128"/>
              </a:rPr>
              <a:t>平田</a:t>
            </a:r>
            <a:r>
              <a:rPr lang="en-US" altLang="ja-JP" sz="1600" dirty="0">
                <a:solidFill>
                  <a:schemeClr val="bg2">
                    <a:lumMod val="25000"/>
                  </a:schemeClr>
                </a:solidFill>
                <a:latin typeface="Meiryo" panose="020B0604030504040204" pitchFamily="34" charset="-128"/>
                <a:ea typeface="Meiryo" panose="020B0604030504040204" pitchFamily="34" charset="-128"/>
              </a:rPr>
              <a:t> </a:t>
            </a:r>
            <a:r>
              <a:rPr lang="ja-JP" altLang="en-US" sz="1600">
                <a:solidFill>
                  <a:schemeClr val="bg2">
                    <a:lumMod val="25000"/>
                  </a:schemeClr>
                </a:solidFill>
                <a:latin typeface="Meiryo" panose="020B0604030504040204" pitchFamily="34" charset="-128"/>
                <a:ea typeface="Meiryo" panose="020B0604030504040204" pitchFamily="34" charset="-128"/>
              </a:rPr>
              <a:t>健二，</a:t>
            </a:r>
            <a:r>
              <a:rPr lang="en-US" altLang="ja-JP" sz="1600" dirty="0">
                <a:solidFill>
                  <a:schemeClr val="bg2">
                    <a:lumMod val="25000"/>
                  </a:schemeClr>
                </a:solidFill>
                <a:latin typeface="Meiryo" panose="020B0604030504040204" pitchFamily="34" charset="-128"/>
                <a:ea typeface="Meiryo" panose="020B0604030504040204" pitchFamily="34" charset="-128"/>
              </a:rPr>
              <a:t>Tam Nguyen, </a:t>
            </a:r>
            <a:r>
              <a:rPr lang="ja-JP" altLang="en-US" sz="1600">
                <a:solidFill>
                  <a:schemeClr val="bg2">
                    <a:lumMod val="25000"/>
                  </a:schemeClr>
                </a:solidFill>
                <a:latin typeface="Meiryo" panose="020B0604030504040204" pitchFamily="34" charset="-128"/>
                <a:ea typeface="Meiryo" panose="020B0604030504040204" pitchFamily="34" charset="-128"/>
              </a:rPr>
              <a:t>和佐</a:t>
            </a:r>
            <a:r>
              <a:rPr lang="en-US" altLang="ja-JP" sz="1600" dirty="0">
                <a:solidFill>
                  <a:schemeClr val="bg2">
                    <a:lumMod val="25000"/>
                  </a:schemeClr>
                </a:solidFill>
                <a:latin typeface="Meiryo" panose="020B0604030504040204" pitchFamily="34" charset="-128"/>
                <a:ea typeface="Meiryo" panose="020B0604030504040204" pitchFamily="34" charset="-128"/>
              </a:rPr>
              <a:t> </a:t>
            </a:r>
            <a:r>
              <a:rPr lang="ja-JP" altLang="en-US" sz="1600">
                <a:solidFill>
                  <a:schemeClr val="bg2">
                    <a:lumMod val="25000"/>
                  </a:schemeClr>
                </a:solidFill>
                <a:latin typeface="Meiryo" panose="020B0604030504040204" pitchFamily="34" charset="-128"/>
                <a:ea typeface="Meiryo" panose="020B0604030504040204" pitchFamily="34" charset="-128"/>
              </a:rPr>
              <a:t>泰明</a:t>
            </a:r>
            <a:r>
              <a:rPr lang="en-US" altLang="ja-JP" sz="1600" dirty="0">
                <a:solidFill>
                  <a:schemeClr val="bg2">
                    <a:lumMod val="25000"/>
                  </a:schemeClr>
                </a:solidFill>
                <a:latin typeface="Meiryo" panose="020B0604030504040204" pitchFamily="34" charset="-128"/>
                <a:ea typeface="Meiryo" panose="020B0604030504040204" pitchFamily="34" charset="-128"/>
              </a:rPr>
              <a:t>, </a:t>
            </a:r>
            <a:r>
              <a:rPr lang="ja-JP" altLang="en-US" sz="1600">
                <a:solidFill>
                  <a:schemeClr val="bg2">
                    <a:lumMod val="25000"/>
                  </a:schemeClr>
                </a:solidFill>
                <a:latin typeface="Meiryo" panose="020B0604030504040204" pitchFamily="34" charset="-128"/>
                <a:ea typeface="Meiryo" panose="020B0604030504040204" pitchFamily="34" charset="-128"/>
              </a:rPr>
              <a:t>内田</a:t>
            </a:r>
            <a:r>
              <a:rPr lang="en-US" altLang="ja-JP" sz="1600" dirty="0">
                <a:solidFill>
                  <a:schemeClr val="bg2">
                    <a:lumMod val="25000"/>
                  </a:schemeClr>
                </a:solidFill>
                <a:latin typeface="Meiryo" panose="020B0604030504040204" pitchFamily="34" charset="-128"/>
                <a:ea typeface="Meiryo" panose="020B0604030504040204" pitchFamily="34" charset="-128"/>
              </a:rPr>
              <a:t> </a:t>
            </a:r>
            <a:r>
              <a:rPr lang="ja-JP" altLang="en-US" sz="1600">
                <a:solidFill>
                  <a:schemeClr val="bg2">
                    <a:lumMod val="25000"/>
                  </a:schemeClr>
                </a:solidFill>
                <a:latin typeface="Meiryo" panose="020B0604030504040204" pitchFamily="34" charset="-128"/>
                <a:ea typeface="Meiryo" panose="020B0604030504040204" pitchFamily="34" charset="-128"/>
              </a:rPr>
              <a:t>健康</a:t>
            </a:r>
            <a:r>
              <a:rPr lang="en-US" altLang="ja-JP" sz="1600" dirty="0">
                <a:solidFill>
                  <a:schemeClr val="bg2">
                    <a:lumMod val="25000"/>
                  </a:schemeClr>
                </a:solidFill>
                <a:latin typeface="Meiryo" panose="020B0604030504040204" pitchFamily="34" charset="-128"/>
                <a:ea typeface="Meiryo" panose="020B0604030504040204" pitchFamily="34" charset="-128"/>
              </a:rPr>
              <a:t>: </a:t>
            </a:r>
            <a:r>
              <a:rPr lang="ja-JP" altLang="en-US" sz="1600">
                <a:solidFill>
                  <a:schemeClr val="bg2">
                    <a:lumMod val="25000"/>
                  </a:schemeClr>
                </a:solidFill>
                <a:latin typeface="Meiryo" panose="020B0604030504040204" pitchFamily="34" charset="-128"/>
                <a:ea typeface="Meiryo" panose="020B0604030504040204" pitchFamily="34" charset="-128"/>
              </a:rPr>
              <a:t>グルコース</a:t>
            </a:r>
            <a:r>
              <a:rPr lang="en-US" altLang="ja-JP" sz="1600" dirty="0">
                <a:solidFill>
                  <a:schemeClr val="bg2">
                    <a:lumMod val="25000"/>
                  </a:schemeClr>
                </a:solidFill>
                <a:latin typeface="Meiryo" panose="020B0604030504040204" pitchFamily="34" charset="-128"/>
                <a:ea typeface="Meiryo" panose="020B0604030504040204" pitchFamily="34" charset="-128"/>
              </a:rPr>
              <a:t>–</a:t>
            </a:r>
            <a:r>
              <a:rPr lang="ja-JP" altLang="en-US" sz="1600">
                <a:solidFill>
                  <a:schemeClr val="bg2">
                    <a:lumMod val="25000"/>
                  </a:schemeClr>
                </a:solidFill>
                <a:latin typeface="Meiryo" panose="020B0604030504040204" pitchFamily="34" charset="-128"/>
                <a:ea typeface="Meiryo" panose="020B0604030504040204" pitchFamily="34" charset="-128"/>
              </a:rPr>
              <a:t>インスリン動態切り換えモデルの構築およびパラメータ推定に関する考察</a:t>
            </a:r>
            <a:r>
              <a:rPr lang="en-US" altLang="ja-JP" sz="1600" dirty="0">
                <a:solidFill>
                  <a:schemeClr val="bg2">
                    <a:lumMod val="25000"/>
                  </a:schemeClr>
                </a:solidFill>
                <a:latin typeface="Meiryo" panose="020B0604030504040204" pitchFamily="34" charset="-128"/>
                <a:ea typeface="Meiryo" panose="020B0604030504040204" pitchFamily="34" charset="-128"/>
              </a:rPr>
              <a:t>, </a:t>
            </a:r>
            <a:r>
              <a:rPr lang="ja-JP" altLang="en-US" sz="1600">
                <a:solidFill>
                  <a:schemeClr val="bg2">
                    <a:lumMod val="25000"/>
                  </a:schemeClr>
                </a:solidFill>
                <a:latin typeface="Meiryo" panose="020B0604030504040204" pitchFamily="34" charset="-128"/>
                <a:ea typeface="Meiryo" panose="020B0604030504040204" pitchFamily="34" charset="-128"/>
              </a:rPr>
              <a:t>第</a:t>
            </a:r>
            <a:r>
              <a:rPr lang="en-US" altLang="ja-JP" sz="1600" dirty="0">
                <a:solidFill>
                  <a:schemeClr val="bg2">
                    <a:lumMod val="25000"/>
                  </a:schemeClr>
                </a:solidFill>
                <a:latin typeface="Meiryo" panose="020B0604030504040204" pitchFamily="34" charset="-128"/>
                <a:ea typeface="Meiryo" panose="020B0604030504040204" pitchFamily="34" charset="-128"/>
              </a:rPr>
              <a:t>11</a:t>
            </a:r>
            <a:r>
              <a:rPr lang="ja-JP" altLang="en-US" sz="1600">
                <a:solidFill>
                  <a:schemeClr val="bg2">
                    <a:lumMod val="25000"/>
                  </a:schemeClr>
                </a:solidFill>
                <a:latin typeface="Meiryo" panose="020B0604030504040204" pitchFamily="34" charset="-128"/>
                <a:ea typeface="Meiryo" panose="020B0604030504040204" pitchFamily="34" charset="-128"/>
              </a:rPr>
              <a:t>回計測自動制御学会制御部門マルチシンポジウム</a:t>
            </a:r>
            <a:r>
              <a:rPr lang="en-US" altLang="ja-JP" sz="1600" dirty="0">
                <a:solidFill>
                  <a:schemeClr val="bg2">
                    <a:lumMod val="25000"/>
                  </a:schemeClr>
                </a:solidFill>
                <a:latin typeface="Meiryo" panose="020B0604030504040204" pitchFamily="34" charset="-128"/>
                <a:ea typeface="Meiryo" panose="020B0604030504040204" pitchFamily="34" charset="-128"/>
              </a:rPr>
              <a:t> (2024)</a:t>
            </a:r>
          </a:p>
          <a:p>
            <a:r>
              <a:rPr lang="en-US" sz="1600" dirty="0">
                <a:solidFill>
                  <a:schemeClr val="bg2">
                    <a:lumMod val="25000"/>
                  </a:schemeClr>
                </a:solidFill>
                <a:latin typeface="Meiryo" panose="020B0604030504040204" pitchFamily="34" charset="-128"/>
                <a:ea typeface="Meiryo" panose="020B0604030504040204" pitchFamily="34" charset="-128"/>
              </a:rPr>
              <a:t>[4]Patek SD, </a:t>
            </a:r>
            <a:r>
              <a:rPr lang="en-US" sz="1600" dirty="0" err="1">
                <a:solidFill>
                  <a:schemeClr val="bg2">
                    <a:lumMod val="25000"/>
                  </a:schemeClr>
                </a:solidFill>
                <a:latin typeface="Meiryo" panose="020B0604030504040204" pitchFamily="34" charset="-128"/>
                <a:ea typeface="Meiryo" panose="020B0604030504040204" pitchFamily="34" charset="-128"/>
              </a:rPr>
              <a:t>Lv</a:t>
            </a:r>
            <a:r>
              <a:rPr lang="en-US" sz="1600" dirty="0">
                <a:solidFill>
                  <a:schemeClr val="bg2">
                    <a:lumMod val="25000"/>
                  </a:schemeClr>
                </a:solidFill>
                <a:latin typeface="Meiryo" panose="020B0604030504040204" pitchFamily="34" charset="-128"/>
                <a:ea typeface="Meiryo" panose="020B0604030504040204" pitchFamily="34" charset="-128"/>
              </a:rPr>
              <a:t> D, Ortiz EA, Hughes-</a:t>
            </a:r>
            <a:r>
              <a:rPr lang="en-US" sz="1600" dirty="0" err="1">
                <a:solidFill>
                  <a:schemeClr val="bg2">
                    <a:lumMod val="25000"/>
                  </a:schemeClr>
                </a:solidFill>
                <a:latin typeface="Meiryo" panose="020B0604030504040204" pitchFamily="34" charset="-128"/>
                <a:ea typeface="Meiryo" panose="020B0604030504040204" pitchFamily="34" charset="-128"/>
              </a:rPr>
              <a:t>Karvetski</a:t>
            </a:r>
            <a:r>
              <a:rPr lang="en-US" sz="1600" dirty="0">
                <a:solidFill>
                  <a:schemeClr val="bg2">
                    <a:lumMod val="25000"/>
                  </a:schemeClr>
                </a:solidFill>
                <a:latin typeface="Meiryo" panose="020B0604030504040204" pitchFamily="34" charset="-128"/>
                <a:ea typeface="Meiryo" panose="020B0604030504040204" pitchFamily="34" charset="-128"/>
              </a:rPr>
              <a:t> C, Kulkarni S, Zhang Q, Breton MD: Empirical Representation of Blood Glucose Variability in a Compartmental Model (2015)</a:t>
            </a:r>
            <a:endParaRPr lang="en" altLang="ja-JP" dirty="0">
              <a:latin typeface="メイリオ" panose="020B0604030504040204" pitchFamily="34" charset="-128"/>
            </a:endParaRPr>
          </a:p>
        </p:txBody>
      </p:sp>
      <p:grpSp>
        <p:nvGrpSpPr>
          <p:cNvPr id="292" name="グループ化 291">
            <a:extLst>
              <a:ext uri="{FF2B5EF4-FFF2-40B4-BE49-F238E27FC236}">
                <a16:creationId xmlns:a16="http://schemas.microsoft.com/office/drawing/2014/main" id="{2EA6AF66-5E11-CFBC-68B7-0A3BBF5B1C82}"/>
              </a:ext>
            </a:extLst>
          </p:cNvPr>
          <p:cNvGrpSpPr/>
          <p:nvPr/>
        </p:nvGrpSpPr>
        <p:grpSpPr>
          <a:xfrm>
            <a:off x="19826209" y="21305906"/>
            <a:ext cx="8729543" cy="1766470"/>
            <a:chOff x="16573389" y="19002180"/>
            <a:chExt cx="8729543" cy="1766470"/>
          </a:xfrm>
        </p:grpSpPr>
        <p:sp>
          <p:nvSpPr>
            <p:cNvPr id="267" name="正方形/長方形 266">
              <a:extLst>
                <a:ext uri="{FF2B5EF4-FFF2-40B4-BE49-F238E27FC236}">
                  <a16:creationId xmlns:a16="http://schemas.microsoft.com/office/drawing/2014/main" id="{0F3A09E0-8E32-0B18-BC69-5585F8EBF607}"/>
                </a:ext>
              </a:extLst>
            </p:cNvPr>
            <p:cNvSpPr/>
            <p:nvPr/>
          </p:nvSpPr>
          <p:spPr>
            <a:xfrm>
              <a:off x="18248336" y="19711867"/>
              <a:ext cx="2310564" cy="717781"/>
            </a:xfrm>
            <a:prstGeom prst="rect">
              <a:avLst/>
            </a:prstGeom>
            <a:ln w="25400"/>
          </p:spPr>
          <p:style>
            <a:lnRef idx="2">
              <a:schemeClr val="dk1"/>
            </a:lnRef>
            <a:fillRef idx="1">
              <a:schemeClr val="lt1"/>
            </a:fillRef>
            <a:effectRef idx="0">
              <a:schemeClr val="dk1"/>
            </a:effectRef>
            <a:fontRef idx="minor">
              <a:schemeClr val="dk1"/>
            </a:fontRef>
          </p:style>
          <p:txBody>
            <a:bodyPr rtlCol="0" anchor="ctr"/>
            <a:lstStyle/>
            <a:p>
              <a:pPr algn="ctr"/>
              <a:r>
                <a:rPr lang="en-US" altLang="ja-JP" sz="1400" b="1" dirty="0">
                  <a:latin typeface="メイリオ" panose="020B0604030504040204" pitchFamily="50" charset="-128"/>
                  <a:ea typeface="メイリオ" panose="020B0604030504040204" pitchFamily="50" charset="-128"/>
                  <a:cs typeface="Arial" panose="020B0604020202020204" pitchFamily="34" charset="0"/>
                </a:rPr>
                <a:t>Subject</a:t>
              </a:r>
            </a:p>
            <a:p>
              <a:pPr algn="ctr"/>
              <a:r>
                <a:rPr lang="en-US" altLang="ja-JP" sz="1400" b="1" dirty="0">
                  <a:latin typeface="メイリオ" panose="020B0604030504040204" pitchFamily="50" charset="-128"/>
                  <a:ea typeface="メイリオ" panose="020B0604030504040204" pitchFamily="50" charset="-128"/>
                  <a:cs typeface="Arial" panose="020B0604020202020204" pitchFamily="34" charset="0"/>
                </a:rPr>
                <a:t>(UVA/Padova Model</a:t>
              </a:r>
              <a:r>
                <a:rPr lang="en-US" altLang="ja-JP" sz="1400" b="1" dirty="0">
                  <a:latin typeface="Hiragino Kaku Gothic ProN W3" panose="020B0300000000000000" pitchFamily="34" charset="-128"/>
                  <a:ea typeface="Hiragino Kaku Gothic ProN W3" panose="020B0300000000000000" pitchFamily="34" charset="-128"/>
                  <a:cs typeface="Arial" panose="020B0604020202020204" pitchFamily="34" charset="0"/>
                </a:rPr>
                <a:t>)</a:t>
              </a:r>
              <a:r>
                <a:rPr lang="ja-JP" altLang="en-US" sz="1400" b="1" dirty="0">
                  <a:latin typeface="Hiragino Kaku Gothic ProN W3" panose="020B0300000000000000" pitchFamily="34" charset="-128"/>
                  <a:ea typeface="Hiragino Kaku Gothic ProN W3" panose="020B0300000000000000" pitchFamily="34" charset="-128"/>
                  <a:cs typeface="Arial" panose="020B0604020202020204" pitchFamily="34" charset="0"/>
                </a:rPr>
                <a:t>　</a:t>
              </a:r>
              <a:endParaRPr lang="en-US" altLang="ja-JP" sz="1400" b="1" dirty="0">
                <a:latin typeface="Hiragino Kaku Gothic ProN W3" panose="020B0300000000000000" pitchFamily="34" charset="-128"/>
                <a:ea typeface="Hiragino Kaku Gothic ProN W3" panose="020B0300000000000000" pitchFamily="34" charset="-128"/>
                <a:cs typeface="Arial" panose="020B0604020202020204" pitchFamily="34" charset="0"/>
              </a:endParaRPr>
            </a:p>
          </p:txBody>
        </p:sp>
        <mc:AlternateContent xmlns:mc="http://schemas.openxmlformats.org/markup-compatibility/2006">
          <mc:Choice xmlns:a14="http://schemas.microsoft.com/office/drawing/2010/main" Requires="a14">
            <p:sp>
              <p:nvSpPr>
                <p:cNvPr id="268" name="テキスト ボックス 267">
                  <a:extLst>
                    <a:ext uri="{FF2B5EF4-FFF2-40B4-BE49-F238E27FC236}">
                      <a16:creationId xmlns:a16="http://schemas.microsoft.com/office/drawing/2014/main" id="{D7FBED9D-898E-5AF0-F68D-B57658175B34}"/>
                    </a:ext>
                  </a:extLst>
                </p:cNvPr>
                <p:cNvSpPr txBox="1"/>
                <p:nvPr/>
              </p:nvSpPr>
              <p:spPr>
                <a:xfrm>
                  <a:off x="16573389" y="19932257"/>
                  <a:ext cx="618054" cy="27699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i="1" smtClean="0">
                                <a:latin typeface="Cambria Math" panose="02040503050406030204" pitchFamily="18" charset="0"/>
                              </a:rPr>
                            </m:ctrlPr>
                          </m:sSubPr>
                          <m:e>
                            <m:r>
                              <a:rPr kumimoji="1" lang="en-US" altLang="ja-JP" b="0" i="1" smtClean="0">
                                <a:latin typeface="Cambria Math" panose="02040503050406030204" pitchFamily="18" charset="0"/>
                              </a:rPr>
                              <m:t>𝑑</m:t>
                            </m:r>
                          </m:e>
                          <m:sub>
                            <m:r>
                              <a:rPr kumimoji="1" lang="en-US" altLang="ja-JP" b="0" i="1" smtClean="0">
                                <a:latin typeface="Cambria Math" panose="02040503050406030204" pitchFamily="18" charset="0"/>
                              </a:rPr>
                              <m:t>𝑚𝑒𝑎𝑙</m:t>
                            </m:r>
                          </m:sub>
                        </m:sSub>
                        <m:r>
                          <a:rPr kumimoji="1" lang="en-US" altLang="ja-JP" b="0" i="1" smtClean="0">
                            <a:latin typeface="Cambria Math" panose="02040503050406030204" pitchFamily="18" charset="0"/>
                          </a:rPr>
                          <m:t>(</m:t>
                        </m:r>
                        <m:r>
                          <a:rPr kumimoji="1" lang="en-US" altLang="ja-JP" b="0" i="1" smtClean="0">
                            <a:latin typeface="Cambria Math" panose="02040503050406030204" pitchFamily="18" charset="0"/>
                          </a:rPr>
                          <m:t>𝑡</m:t>
                        </m:r>
                        <m:r>
                          <a:rPr kumimoji="1" lang="en-US" altLang="ja-JP" b="0" i="1" smtClean="0">
                            <a:latin typeface="Cambria Math" panose="02040503050406030204" pitchFamily="18" charset="0"/>
                          </a:rPr>
                          <m:t>)</m:t>
                        </m:r>
                      </m:oMath>
                    </m:oMathPara>
                  </a14:m>
                  <a:endParaRPr kumimoji="1" lang="ja-JP" altLang="en-US" dirty="0"/>
                </a:p>
              </p:txBody>
            </p:sp>
          </mc:Choice>
          <mc:Fallback>
            <p:sp>
              <p:nvSpPr>
                <p:cNvPr id="268" name="テキスト ボックス 267">
                  <a:extLst>
                    <a:ext uri="{FF2B5EF4-FFF2-40B4-BE49-F238E27FC236}">
                      <a16:creationId xmlns:a16="http://schemas.microsoft.com/office/drawing/2014/main" id="{D7FBED9D-898E-5AF0-F68D-B57658175B34}"/>
                    </a:ext>
                  </a:extLst>
                </p:cNvPr>
                <p:cNvSpPr txBox="1">
                  <a:spLocks noRot="1" noChangeAspect="1" noMove="1" noResize="1" noEditPoints="1" noAdjustHandles="1" noChangeArrowheads="1" noChangeShapeType="1" noTextEdit="1"/>
                </p:cNvSpPr>
                <p:nvPr/>
              </p:nvSpPr>
              <p:spPr>
                <a:xfrm>
                  <a:off x="16573389" y="19932257"/>
                  <a:ext cx="618054" cy="276999"/>
                </a:xfrm>
                <a:prstGeom prst="rect">
                  <a:avLst/>
                </a:prstGeom>
                <a:blipFill>
                  <a:blip r:embed="rId50"/>
                  <a:stretch>
                    <a:fillRect l="-12000" t="-4545" r="-54000" b="-36364"/>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269" name="テキスト ボックス 268">
                  <a:extLst>
                    <a:ext uri="{FF2B5EF4-FFF2-40B4-BE49-F238E27FC236}">
                      <a16:creationId xmlns:a16="http://schemas.microsoft.com/office/drawing/2014/main" id="{AB72C9C1-B0CD-56C2-0D12-A79302600986}"/>
                    </a:ext>
                  </a:extLst>
                </p:cNvPr>
                <p:cNvSpPr txBox="1"/>
                <p:nvPr/>
              </p:nvSpPr>
              <p:spPr>
                <a:xfrm>
                  <a:off x="16794940" y="19499627"/>
                  <a:ext cx="751231" cy="27699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i="1" smtClean="0">
                                <a:latin typeface="Cambria Math" panose="02040503050406030204" pitchFamily="18" charset="0"/>
                              </a:rPr>
                            </m:ctrlPr>
                          </m:sSubPr>
                          <m:e>
                            <m:r>
                              <a:rPr kumimoji="1" lang="en-US" altLang="ja-JP" b="0" i="1" smtClean="0">
                                <a:latin typeface="Cambria Math" panose="02040503050406030204" pitchFamily="18" charset="0"/>
                              </a:rPr>
                              <m:t>𝑢</m:t>
                            </m:r>
                          </m:e>
                          <m:sub>
                            <m:r>
                              <a:rPr kumimoji="1" lang="en-US" altLang="ja-JP" b="0" i="1" smtClean="0">
                                <a:latin typeface="Cambria Math" panose="02040503050406030204" pitchFamily="18" charset="0"/>
                              </a:rPr>
                              <m:t>𝑖𝑛𝑠</m:t>
                            </m:r>
                          </m:sub>
                        </m:sSub>
                        <m:r>
                          <a:rPr kumimoji="1" lang="en-US" altLang="ja-JP" b="0" i="1" smtClean="0">
                            <a:latin typeface="Cambria Math" panose="02040503050406030204" pitchFamily="18" charset="0"/>
                          </a:rPr>
                          <m:t>(</m:t>
                        </m:r>
                        <m:r>
                          <a:rPr kumimoji="1" lang="en-US" altLang="ja-JP" b="0" i="1" smtClean="0">
                            <a:latin typeface="Cambria Math" panose="02040503050406030204" pitchFamily="18" charset="0"/>
                          </a:rPr>
                          <m:t>𝑡</m:t>
                        </m:r>
                        <m:r>
                          <a:rPr kumimoji="1" lang="en-US" altLang="ja-JP" b="0" i="1" smtClean="0">
                            <a:latin typeface="Cambria Math" panose="02040503050406030204" pitchFamily="18" charset="0"/>
                          </a:rPr>
                          <m:t>)</m:t>
                        </m:r>
                      </m:oMath>
                    </m:oMathPara>
                  </a14:m>
                  <a:endParaRPr kumimoji="1" lang="ja-JP" altLang="en-US" dirty="0"/>
                </a:p>
              </p:txBody>
            </p:sp>
          </mc:Choice>
          <mc:Fallback>
            <p:sp>
              <p:nvSpPr>
                <p:cNvPr id="269" name="テキスト ボックス 268">
                  <a:extLst>
                    <a:ext uri="{FF2B5EF4-FFF2-40B4-BE49-F238E27FC236}">
                      <a16:creationId xmlns:a16="http://schemas.microsoft.com/office/drawing/2014/main" id="{AB72C9C1-B0CD-56C2-0D12-A79302600986}"/>
                    </a:ext>
                  </a:extLst>
                </p:cNvPr>
                <p:cNvSpPr txBox="1">
                  <a:spLocks noRot="1" noChangeAspect="1" noMove="1" noResize="1" noEditPoints="1" noAdjustHandles="1" noChangeArrowheads="1" noChangeShapeType="1" noTextEdit="1"/>
                </p:cNvSpPr>
                <p:nvPr/>
              </p:nvSpPr>
              <p:spPr>
                <a:xfrm>
                  <a:off x="16794940" y="19499627"/>
                  <a:ext cx="751231" cy="276999"/>
                </a:xfrm>
                <a:prstGeom prst="rect">
                  <a:avLst/>
                </a:prstGeom>
                <a:blipFill>
                  <a:blip r:embed="rId51"/>
                  <a:stretch>
                    <a:fillRect l="-3333" r="-10000" b="-34783"/>
                  </a:stretch>
                </a:blipFill>
              </p:spPr>
              <p:txBody>
                <a:bodyPr/>
                <a:lstStyle/>
                <a:p>
                  <a:r>
                    <a:rPr lang="ja-JP" altLang="en-US">
                      <a:noFill/>
                    </a:rPr>
                    <a:t> </a:t>
                  </a:r>
                </a:p>
              </p:txBody>
            </p:sp>
          </mc:Fallback>
        </mc:AlternateContent>
        <p:cxnSp>
          <p:nvCxnSpPr>
            <p:cNvPr id="270" name="直線矢印コネクタ 269">
              <a:extLst>
                <a:ext uri="{FF2B5EF4-FFF2-40B4-BE49-F238E27FC236}">
                  <a16:creationId xmlns:a16="http://schemas.microsoft.com/office/drawing/2014/main" id="{C04A99D6-7E37-A812-BAD9-81C08240CDD0}"/>
                </a:ext>
              </a:extLst>
            </p:cNvPr>
            <p:cNvCxnSpPr>
              <a:cxnSpLocks/>
            </p:cNvCxnSpPr>
            <p:nvPr/>
          </p:nvCxnSpPr>
          <p:spPr>
            <a:xfrm>
              <a:off x="16882416" y="20299736"/>
              <a:ext cx="1364398"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71" name="直線矢印コネクタ 270">
              <a:extLst>
                <a:ext uri="{FF2B5EF4-FFF2-40B4-BE49-F238E27FC236}">
                  <a16:creationId xmlns:a16="http://schemas.microsoft.com/office/drawing/2014/main" id="{3835138D-26B6-F4DB-0554-F813FF2F1D80}"/>
                </a:ext>
              </a:extLst>
            </p:cNvPr>
            <p:cNvCxnSpPr>
              <a:cxnSpLocks/>
            </p:cNvCxnSpPr>
            <p:nvPr/>
          </p:nvCxnSpPr>
          <p:spPr>
            <a:xfrm>
              <a:off x="16882416" y="19874644"/>
              <a:ext cx="1364398"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72" name="直線矢印コネクタ 271">
              <a:extLst>
                <a:ext uri="{FF2B5EF4-FFF2-40B4-BE49-F238E27FC236}">
                  <a16:creationId xmlns:a16="http://schemas.microsoft.com/office/drawing/2014/main" id="{67A1D4AA-29D3-FFFB-402A-171490B420F0}"/>
                </a:ext>
              </a:extLst>
            </p:cNvPr>
            <p:cNvCxnSpPr>
              <a:cxnSpLocks/>
            </p:cNvCxnSpPr>
            <p:nvPr/>
          </p:nvCxnSpPr>
          <p:spPr>
            <a:xfrm>
              <a:off x="17786162" y="19384077"/>
              <a:ext cx="1047781"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73" name="直線コネクタ 272">
              <a:extLst>
                <a:ext uri="{FF2B5EF4-FFF2-40B4-BE49-F238E27FC236}">
                  <a16:creationId xmlns:a16="http://schemas.microsoft.com/office/drawing/2014/main" id="{3B65F494-9EB4-F1AA-E625-F58D1BFB9B6F}"/>
                </a:ext>
              </a:extLst>
            </p:cNvPr>
            <p:cNvCxnSpPr/>
            <p:nvPr/>
          </p:nvCxnSpPr>
          <p:spPr>
            <a:xfrm flipV="1">
              <a:off x="19046792" y="19209239"/>
              <a:ext cx="356826" cy="174219"/>
            </a:xfrm>
            <a:prstGeom prst="line">
              <a:avLst/>
            </a:prstGeom>
            <a:ln>
              <a:tailEnd type="none"/>
            </a:ln>
          </p:spPr>
          <p:style>
            <a:lnRef idx="2">
              <a:schemeClr val="dk1"/>
            </a:lnRef>
            <a:fillRef idx="0">
              <a:schemeClr val="dk1"/>
            </a:fillRef>
            <a:effectRef idx="1">
              <a:schemeClr val="dk1"/>
            </a:effectRef>
            <a:fontRef idx="minor">
              <a:schemeClr val="tx1"/>
            </a:fontRef>
          </p:style>
        </p:cxnSp>
        <p:cxnSp>
          <p:nvCxnSpPr>
            <p:cNvPr id="274" name="直線コネクタ 273">
              <a:extLst>
                <a:ext uri="{FF2B5EF4-FFF2-40B4-BE49-F238E27FC236}">
                  <a16:creationId xmlns:a16="http://schemas.microsoft.com/office/drawing/2014/main" id="{548FC6BA-046B-885B-5D8D-B8CBE8720FDB}"/>
                </a:ext>
              </a:extLst>
            </p:cNvPr>
            <p:cNvCxnSpPr>
              <a:cxnSpLocks/>
            </p:cNvCxnSpPr>
            <p:nvPr/>
          </p:nvCxnSpPr>
          <p:spPr>
            <a:xfrm>
              <a:off x="18621094" y="19384696"/>
              <a:ext cx="425698" cy="0"/>
            </a:xfrm>
            <a:prstGeom prst="line">
              <a:avLst/>
            </a:prstGeom>
            <a:ln>
              <a:tailEnd type="none"/>
            </a:ln>
          </p:spPr>
          <p:style>
            <a:lnRef idx="2">
              <a:schemeClr val="dk1"/>
            </a:lnRef>
            <a:fillRef idx="0">
              <a:schemeClr val="dk1"/>
            </a:fillRef>
            <a:effectRef idx="1">
              <a:schemeClr val="dk1"/>
            </a:effectRef>
            <a:fontRef idx="minor">
              <a:schemeClr val="tx1"/>
            </a:fontRef>
          </p:style>
        </p:cxnSp>
        <p:sp>
          <p:nvSpPr>
            <p:cNvPr id="275" name="正方形/長方形 274">
              <a:extLst>
                <a:ext uri="{FF2B5EF4-FFF2-40B4-BE49-F238E27FC236}">
                  <a16:creationId xmlns:a16="http://schemas.microsoft.com/office/drawing/2014/main" id="{818ABCAF-CCF5-9282-094E-0B2FE9D7F8A7}"/>
                </a:ext>
              </a:extLst>
            </p:cNvPr>
            <p:cNvSpPr/>
            <p:nvPr/>
          </p:nvSpPr>
          <p:spPr>
            <a:xfrm>
              <a:off x="21953367" y="19002180"/>
              <a:ext cx="2422866" cy="1161753"/>
            </a:xfrm>
            <a:prstGeom prst="rect">
              <a:avLst/>
            </a:prstGeom>
            <a:ln w="25400">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kumimoji="1" lang="en-US" altLang="ja-JP" b="1" dirty="0">
                  <a:ln w="0"/>
                  <a:solidFill>
                    <a:schemeClr val="tx1"/>
                  </a:solidFill>
                  <a:effectLst>
                    <a:outerShdw blurRad="38100" dist="19050" dir="2700000" algn="tl" rotWithShape="0">
                      <a:schemeClr val="dk1">
                        <a:alpha val="40000"/>
                      </a:schemeClr>
                    </a:outerShdw>
                  </a:effectLst>
                  <a:latin typeface="メイリオ" panose="020B0604030504040204" pitchFamily="50" charset="-128"/>
                  <a:ea typeface="メイリオ" panose="020B0604030504040204" pitchFamily="50" charset="-128"/>
                </a:rPr>
                <a:t>Observer</a:t>
              </a:r>
            </a:p>
            <a:p>
              <a:pPr algn="ctr"/>
              <a:r>
                <a:rPr lang="en-US" altLang="ja-JP" dirty="0">
                  <a:ln w="0"/>
                  <a:solidFill>
                    <a:schemeClr val="tx1"/>
                  </a:solidFill>
                  <a:effectLst>
                    <a:outerShdw blurRad="38100" dist="19050" dir="2700000" algn="tl" rotWithShape="0">
                      <a:schemeClr val="dk1">
                        <a:alpha val="40000"/>
                      </a:schemeClr>
                    </a:outerShdw>
                  </a:effectLst>
                  <a:latin typeface="メイリオ" panose="020B0604030504040204" pitchFamily="50" charset="-128"/>
                  <a:ea typeface="メイリオ" panose="020B0604030504040204" pitchFamily="50" charset="-128"/>
                </a:rPr>
                <a:t>or</a:t>
              </a:r>
            </a:p>
            <a:p>
              <a:pPr algn="ctr"/>
              <a:r>
                <a:rPr kumimoji="1" lang="en-US" altLang="ja-JP" b="1" dirty="0">
                  <a:ln w="0"/>
                  <a:solidFill>
                    <a:schemeClr val="tx1"/>
                  </a:solidFill>
                  <a:effectLst>
                    <a:outerShdw blurRad="38100" dist="19050" dir="2700000" algn="tl" rotWithShape="0">
                      <a:schemeClr val="dk1">
                        <a:alpha val="40000"/>
                      </a:schemeClr>
                    </a:outerShdw>
                  </a:effectLst>
                  <a:latin typeface="メイリオ" panose="020B0604030504040204" pitchFamily="50" charset="-128"/>
                  <a:ea typeface="メイリオ" panose="020B0604030504040204" pitchFamily="50" charset="-128"/>
                </a:rPr>
                <a:t>Extended </a:t>
              </a:r>
              <a:r>
                <a:rPr lang="en-US" altLang="ja-JP" b="1" dirty="0">
                  <a:ln w="0"/>
                  <a:solidFill>
                    <a:schemeClr val="tx1"/>
                  </a:solidFill>
                  <a:effectLst>
                    <a:outerShdw blurRad="38100" dist="19050" dir="2700000" algn="tl" rotWithShape="0">
                      <a:schemeClr val="dk1">
                        <a:alpha val="40000"/>
                      </a:schemeClr>
                    </a:outerShdw>
                  </a:effectLst>
                  <a:latin typeface="メイリオ" panose="020B0604030504040204" pitchFamily="50" charset="-128"/>
                  <a:ea typeface="メイリオ" panose="020B0604030504040204" pitchFamily="50" charset="-128"/>
                </a:rPr>
                <a:t>Kalma filter</a:t>
              </a:r>
              <a:endParaRPr kumimoji="1" lang="ja-JP" altLang="en-US" b="1" dirty="0">
                <a:ln w="0"/>
                <a:solidFill>
                  <a:schemeClr val="tx1"/>
                </a:solidFill>
                <a:effectLst>
                  <a:outerShdw blurRad="38100" dist="19050" dir="2700000" algn="tl" rotWithShape="0">
                    <a:schemeClr val="dk1">
                      <a:alpha val="40000"/>
                    </a:schemeClr>
                  </a:outerShdw>
                </a:effectLst>
                <a:latin typeface="メイリオ" panose="020B0604030504040204" pitchFamily="50" charset="-128"/>
                <a:ea typeface="メイリオ" panose="020B0604030504040204" pitchFamily="50" charset="-128"/>
              </a:endParaRPr>
            </a:p>
          </p:txBody>
        </p:sp>
        <p:cxnSp>
          <p:nvCxnSpPr>
            <p:cNvPr id="276" name="直線コネクタ 275">
              <a:extLst>
                <a:ext uri="{FF2B5EF4-FFF2-40B4-BE49-F238E27FC236}">
                  <a16:creationId xmlns:a16="http://schemas.microsoft.com/office/drawing/2014/main" id="{1CF0603F-7859-EE64-039F-96509F1DA978}"/>
                </a:ext>
              </a:extLst>
            </p:cNvPr>
            <p:cNvCxnSpPr>
              <a:cxnSpLocks/>
            </p:cNvCxnSpPr>
            <p:nvPr/>
          </p:nvCxnSpPr>
          <p:spPr>
            <a:xfrm>
              <a:off x="17786162" y="19384077"/>
              <a:ext cx="0" cy="490567"/>
            </a:xfrm>
            <a:prstGeom prst="line">
              <a:avLst/>
            </a:prstGeom>
            <a:ln>
              <a:tailEnd type="none"/>
            </a:ln>
          </p:spPr>
          <p:style>
            <a:lnRef idx="2">
              <a:schemeClr val="dk1"/>
            </a:lnRef>
            <a:fillRef idx="0">
              <a:schemeClr val="dk1"/>
            </a:fillRef>
            <a:effectRef idx="1">
              <a:schemeClr val="dk1"/>
            </a:effectRef>
            <a:fontRef idx="minor">
              <a:schemeClr val="tx1"/>
            </a:fontRef>
          </p:style>
        </p:cxnSp>
        <p:cxnSp>
          <p:nvCxnSpPr>
            <p:cNvPr id="277" name="直線矢印コネクタ 276">
              <a:extLst>
                <a:ext uri="{FF2B5EF4-FFF2-40B4-BE49-F238E27FC236}">
                  <a16:creationId xmlns:a16="http://schemas.microsoft.com/office/drawing/2014/main" id="{D713EB0C-4CB0-27DE-D186-A9544504A217}"/>
                </a:ext>
              </a:extLst>
            </p:cNvPr>
            <p:cNvCxnSpPr>
              <a:cxnSpLocks/>
            </p:cNvCxnSpPr>
            <p:nvPr/>
          </p:nvCxnSpPr>
          <p:spPr>
            <a:xfrm>
              <a:off x="19403618" y="19383458"/>
              <a:ext cx="2549748" cy="0"/>
            </a:xfrm>
            <a:prstGeom prst="straightConnector1">
              <a:avLst/>
            </a:prstGeom>
            <a:ln>
              <a:solidFill>
                <a:schemeClr val="dk1"/>
              </a:solidFill>
              <a:prstDash val="dash"/>
              <a:tailEnd type="triangle"/>
            </a:ln>
          </p:spPr>
          <p:style>
            <a:lnRef idx="2">
              <a:schemeClr val="dk1"/>
            </a:lnRef>
            <a:fillRef idx="0">
              <a:schemeClr val="dk1"/>
            </a:fillRef>
            <a:effectRef idx="1">
              <a:schemeClr val="dk1"/>
            </a:effectRef>
            <a:fontRef idx="minor">
              <a:schemeClr val="tx1"/>
            </a:fontRef>
          </p:style>
        </p:cxnSp>
        <mc:AlternateContent xmlns:mc="http://schemas.openxmlformats.org/markup-compatibility/2006">
          <mc:Choice xmlns:a14="http://schemas.microsoft.com/office/drawing/2010/main" Requires="a14">
            <p:sp>
              <p:nvSpPr>
                <p:cNvPr id="278" name="テキスト ボックス 277">
                  <a:extLst>
                    <a:ext uri="{FF2B5EF4-FFF2-40B4-BE49-F238E27FC236}">
                      <a16:creationId xmlns:a16="http://schemas.microsoft.com/office/drawing/2014/main" id="{9D61A246-EE09-1D9B-4137-9DF1342359C0}"/>
                    </a:ext>
                  </a:extLst>
                </p:cNvPr>
                <p:cNvSpPr txBox="1"/>
                <p:nvPr/>
              </p:nvSpPr>
              <p:spPr>
                <a:xfrm>
                  <a:off x="20771383" y="19019349"/>
                  <a:ext cx="75552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i="1" smtClean="0">
                                <a:latin typeface="Cambria Math" panose="02040503050406030204" pitchFamily="18" charset="0"/>
                              </a:rPr>
                            </m:ctrlPr>
                          </m:sSubPr>
                          <m:e>
                            <m:r>
                              <a:rPr kumimoji="1" lang="en-US" altLang="ja-JP" b="0" i="1" smtClean="0">
                                <a:latin typeface="Cambria Math" panose="02040503050406030204" pitchFamily="18" charset="0"/>
                              </a:rPr>
                              <m:t>𝑢</m:t>
                            </m:r>
                          </m:e>
                          <m:sub>
                            <m:r>
                              <a:rPr kumimoji="1" lang="en-US" altLang="ja-JP" b="0" i="1" smtClean="0">
                                <a:latin typeface="Cambria Math" panose="02040503050406030204" pitchFamily="18" charset="0"/>
                              </a:rPr>
                              <m:t>𝑖𝑛𝑠</m:t>
                            </m:r>
                          </m:sub>
                        </m:sSub>
                        <m:r>
                          <a:rPr kumimoji="1" lang="en-US" altLang="ja-JP" b="0" i="1" smtClean="0">
                            <a:latin typeface="Cambria Math" panose="02040503050406030204" pitchFamily="18" charset="0"/>
                          </a:rPr>
                          <m:t>[</m:t>
                        </m:r>
                        <m:r>
                          <a:rPr kumimoji="1" lang="en-US" altLang="ja-JP" b="0" i="1" smtClean="0">
                            <a:latin typeface="Cambria Math" panose="02040503050406030204" pitchFamily="18" charset="0"/>
                          </a:rPr>
                          <m:t>𝑘</m:t>
                        </m:r>
                        <m:r>
                          <a:rPr kumimoji="1" lang="en-US" altLang="ja-JP" b="0" i="1" smtClean="0">
                            <a:latin typeface="Cambria Math" panose="02040503050406030204" pitchFamily="18" charset="0"/>
                          </a:rPr>
                          <m:t>]</m:t>
                        </m:r>
                      </m:oMath>
                    </m:oMathPara>
                  </a14:m>
                  <a:endParaRPr kumimoji="1" lang="ja-JP" altLang="en-US" dirty="0"/>
                </a:p>
              </p:txBody>
            </p:sp>
          </mc:Choice>
          <mc:Fallback>
            <p:sp>
              <p:nvSpPr>
                <p:cNvPr id="278" name="テキスト ボックス 277">
                  <a:extLst>
                    <a:ext uri="{FF2B5EF4-FFF2-40B4-BE49-F238E27FC236}">
                      <a16:creationId xmlns:a16="http://schemas.microsoft.com/office/drawing/2014/main" id="{9D61A246-EE09-1D9B-4137-9DF1342359C0}"/>
                    </a:ext>
                  </a:extLst>
                </p:cNvPr>
                <p:cNvSpPr txBox="1">
                  <a:spLocks noRot="1" noChangeAspect="1" noMove="1" noResize="1" noEditPoints="1" noAdjustHandles="1" noChangeArrowheads="1" noChangeShapeType="1" noTextEdit="1"/>
                </p:cNvSpPr>
                <p:nvPr/>
              </p:nvSpPr>
              <p:spPr>
                <a:xfrm>
                  <a:off x="20771383" y="19019349"/>
                  <a:ext cx="755528" cy="276999"/>
                </a:xfrm>
                <a:prstGeom prst="rect">
                  <a:avLst/>
                </a:prstGeom>
                <a:blipFill>
                  <a:blip r:embed="rId52"/>
                  <a:stretch>
                    <a:fillRect l="-3279" t="-4545" r="-8197" b="-36364"/>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279" name="テキスト ボックス 278">
                  <a:extLst>
                    <a:ext uri="{FF2B5EF4-FFF2-40B4-BE49-F238E27FC236}">
                      <a16:creationId xmlns:a16="http://schemas.microsoft.com/office/drawing/2014/main" id="{F5591833-5ED6-2ECA-B0EA-937639E3FEB4}"/>
                    </a:ext>
                  </a:extLst>
                </p:cNvPr>
                <p:cNvSpPr txBox="1"/>
                <p:nvPr/>
              </p:nvSpPr>
              <p:spPr>
                <a:xfrm>
                  <a:off x="20739829" y="20353152"/>
                  <a:ext cx="485518" cy="27699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kumimoji="1" lang="en-US" altLang="ja-JP" b="0" i="1" smtClean="0">
                            <a:latin typeface="Cambria Math" panose="02040503050406030204" pitchFamily="18" charset="0"/>
                          </a:rPr>
                          <m:t>𝑥</m:t>
                        </m:r>
                        <m:r>
                          <a:rPr kumimoji="1" lang="en-US" altLang="ja-JP" b="0" i="1" smtClean="0">
                            <a:latin typeface="Cambria Math" panose="02040503050406030204" pitchFamily="18" charset="0"/>
                          </a:rPr>
                          <m:t>(</m:t>
                        </m:r>
                        <m:r>
                          <a:rPr kumimoji="1" lang="en-US" altLang="ja-JP" b="0" i="1" smtClean="0">
                            <a:latin typeface="Cambria Math" panose="02040503050406030204" pitchFamily="18" charset="0"/>
                          </a:rPr>
                          <m:t>𝑡</m:t>
                        </m:r>
                        <m:r>
                          <a:rPr kumimoji="1" lang="en-US" altLang="ja-JP" b="0" i="1" smtClean="0">
                            <a:latin typeface="Cambria Math" panose="02040503050406030204" pitchFamily="18" charset="0"/>
                          </a:rPr>
                          <m:t>)</m:t>
                        </m:r>
                      </m:oMath>
                    </m:oMathPara>
                  </a14:m>
                  <a:endParaRPr kumimoji="1" lang="ja-JP" altLang="en-US" dirty="0"/>
                </a:p>
              </p:txBody>
            </p:sp>
          </mc:Choice>
          <mc:Fallback>
            <p:sp>
              <p:nvSpPr>
                <p:cNvPr id="279" name="テキスト ボックス 278">
                  <a:extLst>
                    <a:ext uri="{FF2B5EF4-FFF2-40B4-BE49-F238E27FC236}">
                      <a16:creationId xmlns:a16="http://schemas.microsoft.com/office/drawing/2014/main" id="{F5591833-5ED6-2ECA-B0EA-937639E3FEB4}"/>
                    </a:ext>
                  </a:extLst>
                </p:cNvPr>
                <p:cNvSpPr txBox="1">
                  <a:spLocks noRot="1" noChangeAspect="1" noMove="1" noResize="1" noEditPoints="1" noAdjustHandles="1" noChangeArrowheads="1" noChangeShapeType="1" noTextEdit="1"/>
                </p:cNvSpPr>
                <p:nvPr/>
              </p:nvSpPr>
              <p:spPr>
                <a:xfrm>
                  <a:off x="20739829" y="20353152"/>
                  <a:ext cx="485518" cy="276999"/>
                </a:xfrm>
                <a:prstGeom prst="rect">
                  <a:avLst/>
                </a:prstGeom>
                <a:blipFill>
                  <a:blip r:embed="rId53"/>
                  <a:stretch>
                    <a:fillRect l="-5128" t="-4545" r="-15385" b="-36364"/>
                  </a:stretch>
                </a:blipFill>
              </p:spPr>
              <p:txBody>
                <a:bodyPr/>
                <a:lstStyle/>
                <a:p>
                  <a:r>
                    <a:rPr lang="ja-JP" altLang="en-US">
                      <a:noFill/>
                    </a:rPr>
                    <a:t> </a:t>
                  </a:r>
                </a:p>
              </p:txBody>
            </p:sp>
          </mc:Fallback>
        </mc:AlternateContent>
        <p:cxnSp>
          <p:nvCxnSpPr>
            <p:cNvPr id="280" name="直線矢印コネクタ 279">
              <a:extLst>
                <a:ext uri="{FF2B5EF4-FFF2-40B4-BE49-F238E27FC236}">
                  <a16:creationId xmlns:a16="http://schemas.microsoft.com/office/drawing/2014/main" id="{C17954B1-7BBB-A2F8-1C94-4C11AE4E9CF3}"/>
                </a:ext>
              </a:extLst>
            </p:cNvPr>
            <p:cNvCxnSpPr>
              <a:cxnSpLocks/>
            </p:cNvCxnSpPr>
            <p:nvPr/>
          </p:nvCxnSpPr>
          <p:spPr>
            <a:xfrm>
              <a:off x="20558900" y="19937555"/>
              <a:ext cx="437847"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81" name="直線矢印コネクタ 280">
              <a:extLst>
                <a:ext uri="{FF2B5EF4-FFF2-40B4-BE49-F238E27FC236}">
                  <a16:creationId xmlns:a16="http://schemas.microsoft.com/office/drawing/2014/main" id="{40934E81-2BBA-71FC-B8F1-DCD3A8D69BEB}"/>
                </a:ext>
              </a:extLst>
            </p:cNvPr>
            <p:cNvCxnSpPr>
              <a:cxnSpLocks/>
            </p:cNvCxnSpPr>
            <p:nvPr/>
          </p:nvCxnSpPr>
          <p:spPr>
            <a:xfrm>
              <a:off x="20558900" y="20278054"/>
              <a:ext cx="605110"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82" name="直線コネクタ 281">
              <a:extLst>
                <a:ext uri="{FF2B5EF4-FFF2-40B4-BE49-F238E27FC236}">
                  <a16:creationId xmlns:a16="http://schemas.microsoft.com/office/drawing/2014/main" id="{3197A143-1F69-A1A1-30EB-FAFF7F0EC584}"/>
                </a:ext>
              </a:extLst>
            </p:cNvPr>
            <p:cNvCxnSpPr>
              <a:cxnSpLocks/>
            </p:cNvCxnSpPr>
            <p:nvPr/>
          </p:nvCxnSpPr>
          <p:spPr>
            <a:xfrm flipV="1">
              <a:off x="21046934" y="19765975"/>
              <a:ext cx="356826" cy="174219"/>
            </a:xfrm>
            <a:prstGeom prst="line">
              <a:avLst/>
            </a:prstGeom>
            <a:ln>
              <a:tailEnd type="none"/>
            </a:ln>
          </p:spPr>
          <p:style>
            <a:lnRef idx="2">
              <a:schemeClr val="dk1"/>
            </a:lnRef>
            <a:fillRef idx="0">
              <a:schemeClr val="dk1"/>
            </a:fillRef>
            <a:effectRef idx="1">
              <a:schemeClr val="dk1"/>
            </a:effectRef>
            <a:fontRef idx="minor">
              <a:schemeClr val="tx1"/>
            </a:fontRef>
          </p:style>
        </p:cxnSp>
        <p:cxnSp>
          <p:nvCxnSpPr>
            <p:cNvPr id="283" name="直線コネクタ 282">
              <a:extLst>
                <a:ext uri="{FF2B5EF4-FFF2-40B4-BE49-F238E27FC236}">
                  <a16:creationId xmlns:a16="http://schemas.microsoft.com/office/drawing/2014/main" id="{A3212DC2-91B9-53DA-CBA0-9EE073CC524E}"/>
                </a:ext>
              </a:extLst>
            </p:cNvPr>
            <p:cNvCxnSpPr>
              <a:cxnSpLocks/>
            </p:cNvCxnSpPr>
            <p:nvPr/>
          </p:nvCxnSpPr>
          <p:spPr>
            <a:xfrm>
              <a:off x="20621236" y="19936669"/>
              <a:ext cx="446870" cy="0"/>
            </a:xfrm>
            <a:prstGeom prst="line">
              <a:avLst/>
            </a:prstGeom>
            <a:ln>
              <a:tailEnd type="none"/>
            </a:ln>
          </p:spPr>
          <p:style>
            <a:lnRef idx="2">
              <a:schemeClr val="dk1"/>
            </a:lnRef>
            <a:fillRef idx="0">
              <a:schemeClr val="dk1"/>
            </a:fillRef>
            <a:effectRef idx="1">
              <a:schemeClr val="dk1"/>
            </a:effectRef>
            <a:fontRef idx="minor">
              <a:schemeClr val="tx1"/>
            </a:fontRef>
          </p:style>
        </p:cxnSp>
        <p:cxnSp>
          <p:nvCxnSpPr>
            <p:cNvPr id="284" name="直線矢印コネクタ 283">
              <a:extLst>
                <a:ext uri="{FF2B5EF4-FFF2-40B4-BE49-F238E27FC236}">
                  <a16:creationId xmlns:a16="http://schemas.microsoft.com/office/drawing/2014/main" id="{4EDD2002-B32F-1261-B908-F3B69EFD310B}"/>
                </a:ext>
              </a:extLst>
            </p:cNvPr>
            <p:cNvCxnSpPr>
              <a:cxnSpLocks/>
            </p:cNvCxnSpPr>
            <p:nvPr/>
          </p:nvCxnSpPr>
          <p:spPr>
            <a:xfrm flipV="1">
              <a:off x="21272972" y="19937020"/>
              <a:ext cx="680394" cy="3174"/>
            </a:xfrm>
            <a:prstGeom prst="straightConnector1">
              <a:avLst/>
            </a:prstGeom>
            <a:ln>
              <a:solidFill>
                <a:schemeClr val="dk1"/>
              </a:solidFill>
              <a:prstDash val="dash"/>
              <a:tailEnd type="triangle"/>
            </a:ln>
          </p:spPr>
          <p:style>
            <a:lnRef idx="2">
              <a:schemeClr val="dk1"/>
            </a:lnRef>
            <a:fillRef idx="0">
              <a:schemeClr val="dk1"/>
            </a:fillRef>
            <a:effectRef idx="1">
              <a:schemeClr val="dk1"/>
            </a:effectRef>
            <a:fontRef idx="minor">
              <a:schemeClr val="tx1"/>
            </a:fontRef>
          </p:style>
        </p:cxnSp>
        <mc:AlternateContent xmlns:mc="http://schemas.openxmlformats.org/markup-compatibility/2006">
          <mc:Choice xmlns:a14="http://schemas.microsoft.com/office/drawing/2010/main" Requires="a14">
            <p:sp>
              <p:nvSpPr>
                <p:cNvPr id="285" name="テキスト ボックス 284">
                  <a:extLst>
                    <a:ext uri="{FF2B5EF4-FFF2-40B4-BE49-F238E27FC236}">
                      <a16:creationId xmlns:a16="http://schemas.microsoft.com/office/drawing/2014/main" id="{00596224-175F-9977-E5B7-6753239FF203}"/>
                    </a:ext>
                  </a:extLst>
                </p:cNvPr>
                <p:cNvSpPr txBox="1"/>
                <p:nvPr/>
              </p:nvSpPr>
              <p:spPr>
                <a:xfrm>
                  <a:off x="20621236" y="19622121"/>
                  <a:ext cx="511102" cy="27699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kumimoji="1" lang="en-US" altLang="ja-JP" b="0" i="1" smtClean="0">
                            <a:latin typeface="Cambria Math" panose="02040503050406030204" pitchFamily="18" charset="0"/>
                          </a:rPr>
                          <m:t>𝐺</m:t>
                        </m:r>
                        <m:r>
                          <a:rPr kumimoji="1" lang="en-US" altLang="ja-JP" b="0" i="1" smtClean="0">
                            <a:latin typeface="Cambria Math" panose="02040503050406030204" pitchFamily="18" charset="0"/>
                          </a:rPr>
                          <m:t>(</m:t>
                        </m:r>
                        <m:r>
                          <a:rPr kumimoji="1" lang="en-US" altLang="ja-JP" b="0" i="1" smtClean="0">
                            <a:latin typeface="Cambria Math" panose="02040503050406030204" pitchFamily="18" charset="0"/>
                          </a:rPr>
                          <m:t>𝑡</m:t>
                        </m:r>
                        <m:r>
                          <a:rPr kumimoji="1" lang="en-US" altLang="ja-JP" b="0" i="1" smtClean="0">
                            <a:latin typeface="Cambria Math" panose="02040503050406030204" pitchFamily="18" charset="0"/>
                          </a:rPr>
                          <m:t>)</m:t>
                        </m:r>
                      </m:oMath>
                    </m:oMathPara>
                  </a14:m>
                  <a:endParaRPr kumimoji="1" lang="ja-JP" altLang="en-US" dirty="0"/>
                </a:p>
              </p:txBody>
            </p:sp>
          </mc:Choice>
          <mc:Fallback>
            <p:sp>
              <p:nvSpPr>
                <p:cNvPr id="285" name="テキスト ボックス 284">
                  <a:extLst>
                    <a:ext uri="{FF2B5EF4-FFF2-40B4-BE49-F238E27FC236}">
                      <a16:creationId xmlns:a16="http://schemas.microsoft.com/office/drawing/2014/main" id="{00596224-175F-9977-E5B7-6753239FF203}"/>
                    </a:ext>
                  </a:extLst>
                </p:cNvPr>
                <p:cNvSpPr txBox="1">
                  <a:spLocks noRot="1" noChangeAspect="1" noMove="1" noResize="1" noEditPoints="1" noAdjustHandles="1" noChangeArrowheads="1" noChangeShapeType="1" noTextEdit="1"/>
                </p:cNvSpPr>
                <p:nvPr/>
              </p:nvSpPr>
              <p:spPr>
                <a:xfrm>
                  <a:off x="20621236" y="19622121"/>
                  <a:ext cx="511102" cy="276999"/>
                </a:xfrm>
                <a:prstGeom prst="rect">
                  <a:avLst/>
                </a:prstGeom>
                <a:blipFill>
                  <a:blip r:embed="rId54"/>
                  <a:stretch>
                    <a:fillRect l="-7143" r="-14286" b="-34783"/>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286" name="テキスト ボックス 285">
                  <a:extLst>
                    <a:ext uri="{FF2B5EF4-FFF2-40B4-BE49-F238E27FC236}">
                      <a16:creationId xmlns:a16="http://schemas.microsoft.com/office/drawing/2014/main" id="{169BF41B-F736-057E-D5EE-EB51C5EA31CA}"/>
                    </a:ext>
                  </a:extLst>
                </p:cNvPr>
                <p:cNvSpPr txBox="1"/>
                <p:nvPr/>
              </p:nvSpPr>
              <p:spPr>
                <a:xfrm>
                  <a:off x="21403760" y="19972739"/>
                  <a:ext cx="515398" cy="27699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kumimoji="1" lang="en-US" altLang="ja-JP" b="0" i="1" smtClean="0">
                            <a:latin typeface="Cambria Math" panose="02040503050406030204" pitchFamily="18" charset="0"/>
                          </a:rPr>
                          <m:t>𝐺</m:t>
                        </m:r>
                        <m:r>
                          <a:rPr kumimoji="1" lang="en-US" altLang="ja-JP" b="0" i="1" smtClean="0">
                            <a:latin typeface="Cambria Math" panose="02040503050406030204" pitchFamily="18" charset="0"/>
                          </a:rPr>
                          <m:t>[</m:t>
                        </m:r>
                        <m:r>
                          <a:rPr kumimoji="1" lang="en-US" altLang="ja-JP" b="0" i="1" smtClean="0">
                            <a:latin typeface="Cambria Math" panose="02040503050406030204" pitchFamily="18" charset="0"/>
                          </a:rPr>
                          <m:t>𝑘</m:t>
                        </m:r>
                        <m:r>
                          <a:rPr kumimoji="1" lang="en-US" altLang="ja-JP" b="0" i="1" smtClean="0">
                            <a:latin typeface="Cambria Math" panose="02040503050406030204" pitchFamily="18" charset="0"/>
                          </a:rPr>
                          <m:t>]</m:t>
                        </m:r>
                      </m:oMath>
                    </m:oMathPara>
                  </a14:m>
                  <a:endParaRPr kumimoji="1" lang="ja-JP" altLang="en-US" dirty="0"/>
                </a:p>
              </p:txBody>
            </p:sp>
          </mc:Choice>
          <mc:Fallback>
            <p:sp>
              <p:nvSpPr>
                <p:cNvPr id="286" name="テキスト ボックス 285">
                  <a:extLst>
                    <a:ext uri="{FF2B5EF4-FFF2-40B4-BE49-F238E27FC236}">
                      <a16:creationId xmlns:a16="http://schemas.microsoft.com/office/drawing/2014/main" id="{169BF41B-F736-057E-D5EE-EB51C5EA31CA}"/>
                    </a:ext>
                  </a:extLst>
                </p:cNvPr>
                <p:cNvSpPr txBox="1">
                  <a:spLocks noRot="1" noChangeAspect="1" noMove="1" noResize="1" noEditPoints="1" noAdjustHandles="1" noChangeArrowheads="1" noChangeShapeType="1" noTextEdit="1"/>
                </p:cNvSpPr>
                <p:nvPr/>
              </p:nvSpPr>
              <p:spPr>
                <a:xfrm>
                  <a:off x="21403760" y="19972739"/>
                  <a:ext cx="515398" cy="276999"/>
                </a:xfrm>
                <a:prstGeom prst="rect">
                  <a:avLst/>
                </a:prstGeom>
                <a:blipFill>
                  <a:blip r:embed="rId55"/>
                  <a:stretch>
                    <a:fillRect l="-9756" r="-17073" b="-29167"/>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287" name="テキスト ボックス 286">
                  <a:extLst>
                    <a:ext uri="{FF2B5EF4-FFF2-40B4-BE49-F238E27FC236}">
                      <a16:creationId xmlns:a16="http://schemas.microsoft.com/office/drawing/2014/main" id="{467F3C33-BE49-6FED-D8C5-38B6FD877C95}"/>
                    </a:ext>
                  </a:extLst>
                </p:cNvPr>
                <p:cNvSpPr txBox="1"/>
                <p:nvPr/>
              </p:nvSpPr>
              <p:spPr>
                <a:xfrm>
                  <a:off x="24813118" y="19383458"/>
                  <a:ext cx="489814"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acc>
                          <m:accPr>
                            <m:chr m:val="̂"/>
                            <m:ctrlPr>
                              <a:rPr kumimoji="1" lang="ja-JP" altLang="en-US" i="1" smtClean="0">
                                <a:latin typeface="Cambria Math" panose="02040503050406030204" pitchFamily="18" charset="0"/>
                              </a:rPr>
                            </m:ctrlPr>
                          </m:accPr>
                          <m:e>
                            <m:r>
                              <a:rPr kumimoji="1" lang="en-US" altLang="ja-JP" b="0" i="1" smtClean="0">
                                <a:latin typeface="Cambria Math" panose="02040503050406030204" pitchFamily="18" charset="0"/>
                              </a:rPr>
                              <m:t>𝑥</m:t>
                            </m:r>
                          </m:e>
                        </m:acc>
                        <m:r>
                          <a:rPr kumimoji="1" lang="en-US" altLang="ja-JP" b="0" i="1" smtClean="0">
                            <a:latin typeface="Cambria Math" panose="02040503050406030204" pitchFamily="18" charset="0"/>
                          </a:rPr>
                          <m:t>[</m:t>
                        </m:r>
                        <m:r>
                          <a:rPr kumimoji="1" lang="en-US" altLang="ja-JP" b="0" i="1" smtClean="0">
                            <a:latin typeface="Cambria Math" panose="02040503050406030204" pitchFamily="18" charset="0"/>
                          </a:rPr>
                          <m:t>𝑘</m:t>
                        </m:r>
                        <m:r>
                          <a:rPr kumimoji="1" lang="en-US" altLang="ja-JP" b="0" i="1" smtClean="0">
                            <a:latin typeface="Cambria Math" panose="02040503050406030204" pitchFamily="18" charset="0"/>
                          </a:rPr>
                          <m:t>]</m:t>
                        </m:r>
                      </m:oMath>
                    </m:oMathPara>
                  </a14:m>
                  <a:endParaRPr kumimoji="1" lang="ja-JP" altLang="en-US" dirty="0"/>
                </a:p>
              </p:txBody>
            </p:sp>
          </mc:Choice>
          <mc:Fallback>
            <p:sp>
              <p:nvSpPr>
                <p:cNvPr id="287" name="テキスト ボックス 286">
                  <a:extLst>
                    <a:ext uri="{FF2B5EF4-FFF2-40B4-BE49-F238E27FC236}">
                      <a16:creationId xmlns:a16="http://schemas.microsoft.com/office/drawing/2014/main" id="{467F3C33-BE49-6FED-D8C5-38B6FD877C95}"/>
                    </a:ext>
                  </a:extLst>
                </p:cNvPr>
                <p:cNvSpPr txBox="1">
                  <a:spLocks noRot="1" noChangeAspect="1" noMove="1" noResize="1" noEditPoints="1" noAdjustHandles="1" noChangeArrowheads="1" noChangeShapeType="1" noTextEdit="1"/>
                </p:cNvSpPr>
                <p:nvPr/>
              </p:nvSpPr>
              <p:spPr>
                <a:xfrm>
                  <a:off x="24813118" y="19383458"/>
                  <a:ext cx="489814" cy="276999"/>
                </a:xfrm>
                <a:prstGeom prst="rect">
                  <a:avLst/>
                </a:prstGeom>
                <a:blipFill>
                  <a:blip r:embed="rId56"/>
                  <a:stretch>
                    <a:fillRect l="-2500" t="-13043" r="-15000" b="-34783"/>
                  </a:stretch>
                </a:blipFill>
              </p:spPr>
              <p:txBody>
                <a:bodyPr/>
                <a:lstStyle/>
                <a:p>
                  <a:r>
                    <a:rPr lang="ja-JP" altLang="en-US">
                      <a:noFill/>
                    </a:rPr>
                    <a:t> </a:t>
                  </a:r>
                </a:p>
              </p:txBody>
            </p:sp>
          </mc:Fallback>
        </mc:AlternateContent>
        <p:cxnSp>
          <p:nvCxnSpPr>
            <p:cNvPr id="288" name="直線矢印コネクタ 287">
              <a:extLst>
                <a:ext uri="{FF2B5EF4-FFF2-40B4-BE49-F238E27FC236}">
                  <a16:creationId xmlns:a16="http://schemas.microsoft.com/office/drawing/2014/main" id="{0AE2E9CB-078E-6ADB-9E25-509D840BE75D}"/>
                </a:ext>
              </a:extLst>
            </p:cNvPr>
            <p:cNvCxnSpPr>
              <a:cxnSpLocks/>
            </p:cNvCxnSpPr>
            <p:nvPr/>
          </p:nvCxnSpPr>
          <p:spPr>
            <a:xfrm>
              <a:off x="24376233" y="19765974"/>
              <a:ext cx="822426" cy="10652"/>
            </a:xfrm>
            <a:prstGeom prst="straightConnector1">
              <a:avLst/>
            </a:prstGeom>
            <a:ln>
              <a:solidFill>
                <a:schemeClr val="dk1"/>
              </a:solidFill>
              <a:prstDash val="dash"/>
              <a:tailEnd type="triangle"/>
            </a:ln>
          </p:spPr>
          <p:style>
            <a:lnRef idx="2">
              <a:schemeClr val="dk1"/>
            </a:lnRef>
            <a:fillRef idx="0">
              <a:schemeClr val="dk1"/>
            </a:fillRef>
            <a:effectRef idx="1">
              <a:schemeClr val="dk1"/>
            </a:effectRef>
            <a:fontRef idx="minor">
              <a:schemeClr val="tx1"/>
            </a:fontRef>
          </p:style>
        </p:cxnSp>
        <p:cxnSp>
          <p:nvCxnSpPr>
            <p:cNvPr id="289" name="直線矢印コネクタ 288">
              <a:extLst>
                <a:ext uri="{FF2B5EF4-FFF2-40B4-BE49-F238E27FC236}">
                  <a16:creationId xmlns:a16="http://schemas.microsoft.com/office/drawing/2014/main" id="{59C047D7-E859-0E8C-DCB8-BE6C2C6ADDDD}"/>
                </a:ext>
              </a:extLst>
            </p:cNvPr>
            <p:cNvCxnSpPr>
              <a:cxnSpLocks/>
            </p:cNvCxnSpPr>
            <p:nvPr/>
          </p:nvCxnSpPr>
          <p:spPr>
            <a:xfrm flipV="1">
              <a:off x="22653205" y="20156144"/>
              <a:ext cx="0" cy="612506"/>
            </a:xfrm>
            <a:prstGeom prst="straightConnector1">
              <a:avLst/>
            </a:prstGeom>
            <a:ln>
              <a:prstDash val="dash"/>
              <a:tailEnd type="triangle"/>
            </a:ln>
          </p:spPr>
          <p:style>
            <a:lnRef idx="2">
              <a:schemeClr val="dk1"/>
            </a:lnRef>
            <a:fillRef idx="0">
              <a:schemeClr val="dk1"/>
            </a:fillRef>
            <a:effectRef idx="1">
              <a:schemeClr val="dk1"/>
            </a:effectRef>
            <a:fontRef idx="minor">
              <a:schemeClr val="tx1"/>
            </a:fontRef>
          </p:style>
        </p:cxnSp>
        <mc:AlternateContent xmlns:mc="http://schemas.openxmlformats.org/markup-compatibility/2006">
          <mc:Choice xmlns:a14="http://schemas.microsoft.com/office/drawing/2010/main" Requires="a14">
            <p:sp>
              <p:nvSpPr>
                <p:cNvPr id="290" name="テキスト ボックス 289">
                  <a:extLst>
                    <a:ext uri="{FF2B5EF4-FFF2-40B4-BE49-F238E27FC236}">
                      <a16:creationId xmlns:a16="http://schemas.microsoft.com/office/drawing/2014/main" id="{EA5224E8-7374-F3CA-3243-E82C00531A54}"/>
                    </a:ext>
                  </a:extLst>
                </p:cNvPr>
                <p:cNvSpPr txBox="1"/>
                <p:nvPr/>
              </p:nvSpPr>
              <p:spPr>
                <a:xfrm>
                  <a:off x="22730695" y="20491651"/>
                  <a:ext cx="622350"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i="1" smtClean="0">
                                <a:latin typeface="Cambria Math" panose="02040503050406030204" pitchFamily="18" charset="0"/>
                              </a:rPr>
                            </m:ctrlPr>
                          </m:sSubPr>
                          <m:e>
                            <m:r>
                              <a:rPr kumimoji="1" lang="en-US" altLang="ja-JP" b="0" i="1" smtClean="0">
                                <a:latin typeface="Cambria Math" panose="02040503050406030204" pitchFamily="18" charset="0"/>
                              </a:rPr>
                              <m:t>𝑅</m:t>
                            </m:r>
                          </m:e>
                          <m:sub>
                            <m:r>
                              <a:rPr kumimoji="1" lang="en-US" altLang="ja-JP" b="0" i="1" smtClean="0">
                                <a:latin typeface="Cambria Math" panose="02040503050406030204" pitchFamily="18" charset="0"/>
                              </a:rPr>
                              <m:t>𝑎</m:t>
                            </m:r>
                          </m:sub>
                        </m:sSub>
                        <m:r>
                          <a:rPr kumimoji="1" lang="en-US" altLang="ja-JP" b="0" i="1" smtClean="0">
                            <a:latin typeface="Cambria Math" panose="02040503050406030204" pitchFamily="18" charset="0"/>
                          </a:rPr>
                          <m:t>[</m:t>
                        </m:r>
                        <m:r>
                          <a:rPr kumimoji="1" lang="en-US" altLang="ja-JP" b="0" i="1" smtClean="0">
                            <a:latin typeface="Cambria Math" panose="02040503050406030204" pitchFamily="18" charset="0"/>
                          </a:rPr>
                          <m:t>𝑘</m:t>
                        </m:r>
                        <m:r>
                          <a:rPr kumimoji="1" lang="en-US" altLang="ja-JP" b="0" i="1" smtClean="0">
                            <a:latin typeface="Cambria Math" panose="02040503050406030204" pitchFamily="18" charset="0"/>
                          </a:rPr>
                          <m:t>]</m:t>
                        </m:r>
                      </m:oMath>
                    </m:oMathPara>
                  </a14:m>
                  <a:endParaRPr kumimoji="1" lang="ja-JP" altLang="en-US" dirty="0"/>
                </a:p>
              </p:txBody>
            </p:sp>
          </mc:Choice>
          <mc:Fallback>
            <p:sp>
              <p:nvSpPr>
                <p:cNvPr id="290" name="テキスト ボックス 289">
                  <a:extLst>
                    <a:ext uri="{FF2B5EF4-FFF2-40B4-BE49-F238E27FC236}">
                      <a16:creationId xmlns:a16="http://schemas.microsoft.com/office/drawing/2014/main" id="{EA5224E8-7374-F3CA-3243-E82C00531A54}"/>
                    </a:ext>
                  </a:extLst>
                </p:cNvPr>
                <p:cNvSpPr txBox="1">
                  <a:spLocks noRot="1" noChangeAspect="1" noMove="1" noResize="1" noEditPoints="1" noAdjustHandles="1" noChangeArrowheads="1" noChangeShapeType="1" noTextEdit="1"/>
                </p:cNvSpPr>
                <p:nvPr/>
              </p:nvSpPr>
              <p:spPr>
                <a:xfrm>
                  <a:off x="22730695" y="20491651"/>
                  <a:ext cx="622350" cy="276999"/>
                </a:xfrm>
                <a:prstGeom prst="rect">
                  <a:avLst/>
                </a:prstGeom>
                <a:blipFill>
                  <a:blip r:embed="rId57"/>
                  <a:stretch>
                    <a:fillRect l="-6000" r="-12000" b="-34783"/>
                  </a:stretch>
                </a:blipFill>
              </p:spPr>
              <p:txBody>
                <a:bodyPr/>
                <a:lstStyle/>
                <a:p>
                  <a:r>
                    <a:rPr lang="ja-JP" altLang="en-US">
                      <a:noFill/>
                    </a:rPr>
                    <a:t> </a:t>
                  </a:r>
                </a:p>
              </p:txBody>
            </p:sp>
          </mc:Fallback>
        </mc:AlternateContent>
      </p:grpSp>
    </p:spTree>
    <p:extLst>
      <p:ext uri="{BB962C8B-B14F-4D97-AF65-F5344CB8AC3E}">
        <p14:creationId xmlns:p14="http://schemas.microsoft.com/office/powerpoint/2010/main" val="2500380027"/>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6102</TotalTime>
  <Words>1167</Words>
  <Application>Microsoft Macintosh PowerPoint</Application>
  <PresentationFormat>ユーザー設定</PresentationFormat>
  <Paragraphs>131</Paragraphs>
  <Slides>1</Slides>
  <Notes>1</Notes>
  <HiddenSlides>0</HiddenSlides>
  <MMClips>0</MMClips>
  <ScaleCrop>false</ScaleCrop>
  <HeadingPairs>
    <vt:vector size="6" baseType="variant">
      <vt:variant>
        <vt:lpstr>使用されているフォント</vt:lpstr>
      </vt:variant>
      <vt:variant>
        <vt:i4>11</vt:i4>
      </vt:variant>
      <vt:variant>
        <vt:lpstr>テーマ</vt:lpstr>
      </vt:variant>
      <vt:variant>
        <vt:i4>1</vt:i4>
      </vt:variant>
      <vt:variant>
        <vt:lpstr>スライド タイトル</vt:lpstr>
      </vt:variant>
      <vt:variant>
        <vt:i4>1</vt:i4>
      </vt:variant>
    </vt:vector>
  </HeadingPairs>
  <TitlesOfParts>
    <vt:vector size="13" baseType="lpstr">
      <vt:lpstr>Hiragino Kaku Gothic ProN W3</vt:lpstr>
      <vt:lpstr>Roboto Mono Web</vt:lpstr>
      <vt:lpstr>メイリオ</vt:lpstr>
      <vt:lpstr>メイリオ</vt:lpstr>
      <vt:lpstr>游ゴシック</vt:lpstr>
      <vt:lpstr>游ゴシック Light</vt:lpstr>
      <vt:lpstr>Aptos</vt:lpstr>
      <vt:lpstr>Arial</vt:lpstr>
      <vt:lpstr>Cambria Math</vt:lpstr>
      <vt:lpstr>Helvetica</vt:lpstr>
      <vt:lpstr>Roboto</vt:lpstr>
      <vt:lpstr>Office テーマ</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雄太 三輪</dc:creator>
  <cp:lastModifiedBy>田辺　裕翔</cp:lastModifiedBy>
  <cp:revision>49</cp:revision>
  <cp:lastPrinted>2025-10-27T06:09:31Z</cp:lastPrinted>
  <dcterms:created xsi:type="dcterms:W3CDTF">2024-11-18T03:53:27Z</dcterms:created>
  <dcterms:modified xsi:type="dcterms:W3CDTF">2025-12-02T06:37:27Z</dcterms:modified>
</cp:coreProperties>
</file>