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3"/>
  </p:notesMasterIdLst>
  <p:handoutMasterIdLst>
    <p:handoutMasterId r:id="rId4"/>
  </p:handoutMasterIdLst>
  <p:sldIdLst>
    <p:sldId id="259" r:id="rId2"/>
  </p:sldIdLst>
  <p:sldSz cx="30275213" cy="4280376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1" userDrawn="1">
          <p15:clr>
            <a:srgbClr val="A4A3A4"/>
          </p15:clr>
        </p15:guide>
        <p15:guide id="2" pos="95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FEB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77"/>
    <p:restoredTop sz="93609"/>
  </p:normalViewPr>
  <p:slideViewPr>
    <p:cSldViewPr snapToGrid="0">
      <p:cViewPr>
        <p:scale>
          <a:sx n="40" d="100"/>
          <a:sy n="40" d="100"/>
        </p:scale>
        <p:origin x="2192" y="-1008"/>
      </p:cViewPr>
      <p:guideLst>
        <p:guide orient="horz" pos="13481"/>
        <p:guide pos="95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2DB59BBA-6D1F-D8FC-C886-3C1DD5E64F2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kumimoji="1" lang="en-US" altLang="ja-JP"/>
              <a:t>CHPS Camp 2025.10.30-31</a:t>
            </a:r>
            <a:endParaRPr kumimoji="1" lang="ja-JP" altLang="en-US"/>
          </a:p>
        </p:txBody>
      </p:sp>
      <p:sp>
        <p:nvSpPr>
          <p:cNvPr id="3" name="日付プレースホルダー 2">
            <a:extLst>
              <a:ext uri="{FF2B5EF4-FFF2-40B4-BE49-F238E27FC236}">
                <a16:creationId xmlns:a16="http://schemas.microsoft.com/office/drawing/2014/main" id="{3062750C-2E32-2A89-F06C-ACBBB55C81F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44F44F-C54D-4C9B-8D0A-99995B90894A}" type="datetimeFigureOut">
              <a:rPr kumimoji="1" lang="ja-JP" altLang="en-US" smtClean="0"/>
              <a:t>2025/12/2</a:t>
            </a:fld>
            <a:endParaRPr kumimoji="1" lang="ja-JP" altLang="en-US"/>
          </a:p>
        </p:txBody>
      </p:sp>
      <p:sp>
        <p:nvSpPr>
          <p:cNvPr id="4" name="フッター プレースホルダー 3">
            <a:extLst>
              <a:ext uri="{FF2B5EF4-FFF2-40B4-BE49-F238E27FC236}">
                <a16:creationId xmlns:a16="http://schemas.microsoft.com/office/drawing/2014/main" id="{791886D0-5020-6E9E-477E-C685F9DD6EF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4C83648-A312-ABC9-A83B-CAA13C651AC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AF15C7-33BD-48FA-8EB2-28704FE996BD}" type="slidenum">
              <a:rPr kumimoji="1" lang="ja-JP" altLang="en-US" smtClean="0"/>
              <a:t>‹#›</a:t>
            </a:fld>
            <a:endParaRPr kumimoji="1" lang="ja-JP" altLang="en-US"/>
          </a:p>
        </p:txBody>
      </p:sp>
    </p:spTree>
    <p:extLst>
      <p:ext uri="{BB962C8B-B14F-4D97-AF65-F5344CB8AC3E}">
        <p14:creationId xmlns:p14="http://schemas.microsoft.com/office/powerpoint/2010/main" val="3104881304"/>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JP"/>
              <a:t>CHPS Camp 2025.10.30-31</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AD0D6B-84F8-0A45-ADC1-3C71FDF4AF14}" type="datetimeFigureOut">
              <a:rPr lang="en-JP" smtClean="0"/>
              <a:t>12/2/25</a:t>
            </a:fld>
            <a:endParaRPr lang="en-JP"/>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E5B43D-A405-FB4F-8CE2-7FADAE26F5C7}" type="slidenum">
              <a:rPr lang="en-JP" smtClean="0"/>
              <a:t>‹#›</a:t>
            </a:fld>
            <a:endParaRPr lang="en-JP"/>
          </a:p>
        </p:txBody>
      </p:sp>
    </p:spTree>
    <p:extLst>
      <p:ext uri="{BB962C8B-B14F-4D97-AF65-F5344CB8AC3E}">
        <p14:creationId xmlns:p14="http://schemas.microsoft.com/office/powerpoint/2010/main" val="3838559691"/>
      </p:ext>
    </p:extLst>
  </p:cSld>
  <p:clrMap bg1="lt1" tx1="dk1" bg2="lt2" tx2="dk2" accent1="accent1" accent2="accent2" accent3="accent3" accent4="accent4" accent5="accent5" accent6="accent6" hlink="hlink" folHlink="folHlink"/>
  <p:hf sldNum="0" ftr="0" dt="0"/>
  <p:notesStyle>
    <a:lvl1pPr marL="0" algn="l" defTabSz="3507730" rtl="0" eaLnBrk="1" latinLnBrk="0" hangingPunct="1">
      <a:defRPr sz="4603" kern="1200">
        <a:solidFill>
          <a:schemeClr val="tx1"/>
        </a:solidFill>
        <a:latin typeface="+mn-lt"/>
        <a:ea typeface="+mn-ea"/>
        <a:cs typeface="+mn-cs"/>
      </a:defRPr>
    </a:lvl1pPr>
    <a:lvl2pPr marL="1753865" algn="l" defTabSz="3507730" rtl="0" eaLnBrk="1" latinLnBrk="0" hangingPunct="1">
      <a:defRPr sz="4603" kern="1200">
        <a:solidFill>
          <a:schemeClr val="tx1"/>
        </a:solidFill>
        <a:latin typeface="+mn-lt"/>
        <a:ea typeface="+mn-ea"/>
        <a:cs typeface="+mn-cs"/>
      </a:defRPr>
    </a:lvl2pPr>
    <a:lvl3pPr marL="3507730" algn="l" defTabSz="3507730" rtl="0" eaLnBrk="1" latinLnBrk="0" hangingPunct="1">
      <a:defRPr sz="4603" kern="1200">
        <a:solidFill>
          <a:schemeClr val="tx1"/>
        </a:solidFill>
        <a:latin typeface="+mn-lt"/>
        <a:ea typeface="+mn-ea"/>
        <a:cs typeface="+mn-cs"/>
      </a:defRPr>
    </a:lvl3pPr>
    <a:lvl4pPr marL="5261595" algn="l" defTabSz="3507730" rtl="0" eaLnBrk="1" latinLnBrk="0" hangingPunct="1">
      <a:defRPr sz="4603" kern="1200">
        <a:solidFill>
          <a:schemeClr val="tx1"/>
        </a:solidFill>
        <a:latin typeface="+mn-lt"/>
        <a:ea typeface="+mn-ea"/>
        <a:cs typeface="+mn-cs"/>
      </a:defRPr>
    </a:lvl4pPr>
    <a:lvl5pPr marL="7015460" algn="l" defTabSz="3507730" rtl="0" eaLnBrk="1" latinLnBrk="0" hangingPunct="1">
      <a:defRPr sz="4603" kern="1200">
        <a:solidFill>
          <a:schemeClr val="tx1"/>
        </a:solidFill>
        <a:latin typeface="+mn-lt"/>
        <a:ea typeface="+mn-ea"/>
        <a:cs typeface="+mn-cs"/>
      </a:defRPr>
    </a:lvl5pPr>
    <a:lvl6pPr marL="8769325" algn="l" defTabSz="3507730" rtl="0" eaLnBrk="1" latinLnBrk="0" hangingPunct="1">
      <a:defRPr sz="4603" kern="1200">
        <a:solidFill>
          <a:schemeClr val="tx1"/>
        </a:solidFill>
        <a:latin typeface="+mn-lt"/>
        <a:ea typeface="+mn-ea"/>
        <a:cs typeface="+mn-cs"/>
      </a:defRPr>
    </a:lvl6pPr>
    <a:lvl7pPr marL="10523190" algn="l" defTabSz="3507730" rtl="0" eaLnBrk="1" latinLnBrk="0" hangingPunct="1">
      <a:defRPr sz="4603" kern="1200">
        <a:solidFill>
          <a:schemeClr val="tx1"/>
        </a:solidFill>
        <a:latin typeface="+mn-lt"/>
        <a:ea typeface="+mn-ea"/>
        <a:cs typeface="+mn-cs"/>
      </a:defRPr>
    </a:lvl7pPr>
    <a:lvl8pPr marL="12277054" algn="l" defTabSz="3507730" rtl="0" eaLnBrk="1" latinLnBrk="0" hangingPunct="1">
      <a:defRPr sz="4603" kern="1200">
        <a:solidFill>
          <a:schemeClr val="tx1"/>
        </a:solidFill>
        <a:latin typeface="+mn-lt"/>
        <a:ea typeface="+mn-ea"/>
        <a:cs typeface="+mn-cs"/>
      </a:defRPr>
    </a:lvl8pPr>
    <a:lvl9pPr marL="14030919" algn="l" defTabSz="3507730" rtl="0" eaLnBrk="1" latinLnBrk="0" hangingPunct="1">
      <a:defRPr sz="460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ヘッダー プレースホルダー 3"/>
          <p:cNvSpPr>
            <a:spLocks noGrp="1"/>
          </p:cNvSpPr>
          <p:nvPr>
            <p:ph type="hdr" sz="quarter"/>
          </p:nvPr>
        </p:nvSpPr>
        <p:spPr/>
        <p:txBody>
          <a:bodyPr/>
          <a:lstStyle/>
          <a:p>
            <a:r>
              <a:rPr lang="en-JP"/>
              <a:t>CHPS Camp 2025.10.30-31</a:t>
            </a:r>
          </a:p>
        </p:txBody>
      </p:sp>
    </p:spTree>
    <p:extLst>
      <p:ext uri="{BB962C8B-B14F-4D97-AF65-F5344CB8AC3E}">
        <p14:creationId xmlns:p14="http://schemas.microsoft.com/office/powerpoint/2010/main" val="2982885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CC7058-F17E-372F-2227-B466C25E4A98}"/>
              </a:ext>
            </a:extLst>
          </p:cNvPr>
          <p:cNvSpPr>
            <a:spLocks noGrp="1"/>
          </p:cNvSpPr>
          <p:nvPr>
            <p:ph type="ctrTitle"/>
          </p:nvPr>
        </p:nvSpPr>
        <p:spPr>
          <a:xfrm>
            <a:off x="3784402" y="7005156"/>
            <a:ext cx="22706410" cy="14902051"/>
          </a:xfrm>
        </p:spPr>
        <p:txBody>
          <a:bodyPr anchor="b"/>
          <a:lstStyle>
            <a:lvl1pPr algn="ctr">
              <a:defRPr sz="14899"/>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E96F9BA-4AC8-D47F-C711-CF450758FC10}"/>
              </a:ext>
            </a:extLst>
          </p:cNvPr>
          <p:cNvSpPr>
            <a:spLocks noGrp="1"/>
          </p:cNvSpPr>
          <p:nvPr>
            <p:ph type="subTitle" idx="1"/>
          </p:nvPr>
        </p:nvSpPr>
        <p:spPr>
          <a:xfrm>
            <a:off x="3784402" y="22481887"/>
            <a:ext cx="22706410" cy="10334331"/>
          </a:xfrm>
        </p:spPr>
        <p:txBody>
          <a:bodyPr/>
          <a:lstStyle>
            <a:lvl1pPr marL="0" indent="0" algn="ctr">
              <a:buNone/>
              <a:defRPr sz="5960"/>
            </a:lvl1pPr>
            <a:lvl2pPr marL="1135319" indent="0" algn="ctr">
              <a:buNone/>
              <a:defRPr sz="4966"/>
            </a:lvl2pPr>
            <a:lvl3pPr marL="2270638" indent="0" algn="ctr">
              <a:buNone/>
              <a:defRPr sz="4470"/>
            </a:lvl3pPr>
            <a:lvl4pPr marL="3405957" indent="0" algn="ctr">
              <a:buNone/>
              <a:defRPr sz="3973"/>
            </a:lvl4pPr>
            <a:lvl5pPr marL="4541276" indent="0" algn="ctr">
              <a:buNone/>
              <a:defRPr sz="3973"/>
            </a:lvl5pPr>
            <a:lvl6pPr marL="5676595" indent="0" algn="ctr">
              <a:buNone/>
              <a:defRPr sz="3973"/>
            </a:lvl6pPr>
            <a:lvl7pPr marL="6811914" indent="0" algn="ctr">
              <a:buNone/>
              <a:defRPr sz="3973"/>
            </a:lvl7pPr>
            <a:lvl8pPr marL="7947233" indent="0" algn="ctr">
              <a:buNone/>
              <a:defRPr sz="3973"/>
            </a:lvl8pPr>
            <a:lvl9pPr marL="9082552" indent="0" algn="ctr">
              <a:buNone/>
              <a:defRPr sz="3973"/>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FE6E078-B0A8-374F-EEE2-BB8AE5905AF1}"/>
              </a:ext>
            </a:extLst>
          </p:cNvPr>
          <p:cNvSpPr>
            <a:spLocks noGrp="1"/>
          </p:cNvSpPr>
          <p:nvPr>
            <p:ph type="dt" sz="half" idx="10"/>
          </p:nvPr>
        </p:nvSpPr>
        <p:spPr/>
        <p:txBody>
          <a:bodyPr/>
          <a:lstStyle/>
          <a:p>
            <a:fld id="{349FECF2-E9B2-44FB-B3C1-6F1ABD30BEDF}" type="datetime1">
              <a:rPr lang="LID4096" altLang="ja-JP" smtClean="0"/>
              <a:t>12/2/25</a:t>
            </a:fld>
            <a:endParaRPr lang="en-JP"/>
          </a:p>
        </p:txBody>
      </p:sp>
      <p:sp>
        <p:nvSpPr>
          <p:cNvPr id="5" name="フッター プレースホルダー 4">
            <a:extLst>
              <a:ext uri="{FF2B5EF4-FFF2-40B4-BE49-F238E27FC236}">
                <a16:creationId xmlns:a16="http://schemas.microsoft.com/office/drawing/2014/main" id="{A67D9B88-7E67-3A0A-7434-BF334341CBB3}"/>
              </a:ext>
            </a:extLst>
          </p:cNvPr>
          <p:cNvSpPr>
            <a:spLocks noGrp="1"/>
          </p:cNvSpPr>
          <p:nvPr>
            <p:ph type="ftr" sz="quarter" idx="11"/>
          </p:nvPr>
        </p:nvSpPr>
        <p:spPr/>
        <p:txBody>
          <a:bodyPr/>
          <a:lstStyle/>
          <a:p>
            <a:endParaRPr lang="en-JP"/>
          </a:p>
        </p:txBody>
      </p:sp>
      <p:sp>
        <p:nvSpPr>
          <p:cNvPr id="6" name="スライド番号プレースホルダー 5">
            <a:extLst>
              <a:ext uri="{FF2B5EF4-FFF2-40B4-BE49-F238E27FC236}">
                <a16:creationId xmlns:a16="http://schemas.microsoft.com/office/drawing/2014/main" id="{6D687A79-BD80-313C-26A8-1BE6A93FCC29}"/>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2022725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46E98E-09E5-3F2D-030F-92C84C211D2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1FF4D60-3ABD-400D-6231-07E0D1993C2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FD0A8B1-EECB-4B78-C2E9-411FF93419C8}"/>
              </a:ext>
            </a:extLst>
          </p:cNvPr>
          <p:cNvSpPr>
            <a:spLocks noGrp="1"/>
          </p:cNvSpPr>
          <p:nvPr>
            <p:ph type="dt" sz="half" idx="10"/>
          </p:nvPr>
        </p:nvSpPr>
        <p:spPr/>
        <p:txBody>
          <a:bodyPr/>
          <a:lstStyle/>
          <a:p>
            <a:fld id="{09202299-8DBC-4245-87C6-3E62A2ACA6A6}" type="datetime1">
              <a:rPr lang="LID4096" altLang="ja-JP" smtClean="0"/>
              <a:t>12/2/25</a:t>
            </a:fld>
            <a:endParaRPr lang="en-JP"/>
          </a:p>
        </p:txBody>
      </p:sp>
      <p:sp>
        <p:nvSpPr>
          <p:cNvPr id="5" name="フッター プレースホルダー 4">
            <a:extLst>
              <a:ext uri="{FF2B5EF4-FFF2-40B4-BE49-F238E27FC236}">
                <a16:creationId xmlns:a16="http://schemas.microsoft.com/office/drawing/2014/main" id="{2734C8DA-6683-B216-9F92-1C4A9E73E55F}"/>
              </a:ext>
            </a:extLst>
          </p:cNvPr>
          <p:cNvSpPr>
            <a:spLocks noGrp="1"/>
          </p:cNvSpPr>
          <p:nvPr>
            <p:ph type="ftr" sz="quarter" idx="11"/>
          </p:nvPr>
        </p:nvSpPr>
        <p:spPr/>
        <p:txBody>
          <a:bodyPr/>
          <a:lstStyle/>
          <a:p>
            <a:endParaRPr lang="en-JP"/>
          </a:p>
        </p:txBody>
      </p:sp>
      <p:sp>
        <p:nvSpPr>
          <p:cNvPr id="6" name="スライド番号プレースホルダー 5">
            <a:extLst>
              <a:ext uri="{FF2B5EF4-FFF2-40B4-BE49-F238E27FC236}">
                <a16:creationId xmlns:a16="http://schemas.microsoft.com/office/drawing/2014/main" id="{DF535CEF-8357-4950-9D77-D34335991BAE}"/>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253057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E4848E-6E15-DA42-FBCF-18256E7A872E}"/>
              </a:ext>
            </a:extLst>
          </p:cNvPr>
          <p:cNvSpPr>
            <a:spLocks noGrp="1"/>
          </p:cNvSpPr>
          <p:nvPr>
            <p:ph type="title"/>
          </p:nvPr>
        </p:nvSpPr>
        <p:spPr>
          <a:xfrm>
            <a:off x="2065653" y="10671222"/>
            <a:ext cx="26112371" cy="17805173"/>
          </a:xfrm>
        </p:spPr>
        <p:txBody>
          <a:bodyPr anchor="b"/>
          <a:lstStyle>
            <a:lvl1pPr>
              <a:defRPr sz="14899"/>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071054B-BD25-652E-D031-ED6D3F976930}"/>
              </a:ext>
            </a:extLst>
          </p:cNvPr>
          <p:cNvSpPr>
            <a:spLocks noGrp="1"/>
          </p:cNvSpPr>
          <p:nvPr>
            <p:ph type="body" idx="1"/>
          </p:nvPr>
        </p:nvSpPr>
        <p:spPr>
          <a:xfrm>
            <a:off x="2065653" y="28644839"/>
            <a:ext cx="26112371" cy="9363320"/>
          </a:xfrm>
        </p:spPr>
        <p:txBody>
          <a:bodyPr/>
          <a:lstStyle>
            <a:lvl1pPr marL="0" indent="0">
              <a:buNone/>
              <a:defRPr sz="5960">
                <a:solidFill>
                  <a:schemeClr val="tx1">
                    <a:tint val="82000"/>
                  </a:schemeClr>
                </a:solidFill>
              </a:defRPr>
            </a:lvl1pPr>
            <a:lvl2pPr marL="1135319" indent="0">
              <a:buNone/>
              <a:defRPr sz="4966">
                <a:solidFill>
                  <a:schemeClr val="tx1">
                    <a:tint val="82000"/>
                  </a:schemeClr>
                </a:solidFill>
              </a:defRPr>
            </a:lvl2pPr>
            <a:lvl3pPr marL="2270638" indent="0">
              <a:buNone/>
              <a:defRPr sz="4470">
                <a:solidFill>
                  <a:schemeClr val="tx1">
                    <a:tint val="82000"/>
                  </a:schemeClr>
                </a:solidFill>
              </a:defRPr>
            </a:lvl3pPr>
            <a:lvl4pPr marL="3405957" indent="0">
              <a:buNone/>
              <a:defRPr sz="3973">
                <a:solidFill>
                  <a:schemeClr val="tx1">
                    <a:tint val="82000"/>
                  </a:schemeClr>
                </a:solidFill>
              </a:defRPr>
            </a:lvl4pPr>
            <a:lvl5pPr marL="4541276" indent="0">
              <a:buNone/>
              <a:defRPr sz="3973">
                <a:solidFill>
                  <a:schemeClr val="tx1">
                    <a:tint val="82000"/>
                  </a:schemeClr>
                </a:solidFill>
              </a:defRPr>
            </a:lvl5pPr>
            <a:lvl6pPr marL="5676595" indent="0">
              <a:buNone/>
              <a:defRPr sz="3973">
                <a:solidFill>
                  <a:schemeClr val="tx1">
                    <a:tint val="82000"/>
                  </a:schemeClr>
                </a:solidFill>
              </a:defRPr>
            </a:lvl6pPr>
            <a:lvl7pPr marL="6811914" indent="0">
              <a:buNone/>
              <a:defRPr sz="3973">
                <a:solidFill>
                  <a:schemeClr val="tx1">
                    <a:tint val="82000"/>
                  </a:schemeClr>
                </a:solidFill>
              </a:defRPr>
            </a:lvl7pPr>
            <a:lvl8pPr marL="7947233" indent="0">
              <a:buNone/>
              <a:defRPr sz="3973">
                <a:solidFill>
                  <a:schemeClr val="tx1">
                    <a:tint val="82000"/>
                  </a:schemeClr>
                </a:solidFill>
              </a:defRPr>
            </a:lvl8pPr>
            <a:lvl9pPr marL="9082552" indent="0">
              <a:buNone/>
              <a:defRPr sz="3973">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16EB535-9065-0F2F-033D-AA979BBE1E75}"/>
              </a:ext>
            </a:extLst>
          </p:cNvPr>
          <p:cNvSpPr>
            <a:spLocks noGrp="1"/>
          </p:cNvSpPr>
          <p:nvPr>
            <p:ph type="dt" sz="half" idx="10"/>
          </p:nvPr>
        </p:nvSpPr>
        <p:spPr/>
        <p:txBody>
          <a:bodyPr/>
          <a:lstStyle/>
          <a:p>
            <a:fld id="{39490C1E-006A-471F-A583-7AAA8224009B}" type="datetime1">
              <a:rPr lang="LID4096" altLang="ja-JP" smtClean="0"/>
              <a:t>12/2/25</a:t>
            </a:fld>
            <a:endParaRPr lang="en-JP"/>
          </a:p>
        </p:txBody>
      </p:sp>
      <p:sp>
        <p:nvSpPr>
          <p:cNvPr id="5" name="フッター プレースホルダー 4">
            <a:extLst>
              <a:ext uri="{FF2B5EF4-FFF2-40B4-BE49-F238E27FC236}">
                <a16:creationId xmlns:a16="http://schemas.microsoft.com/office/drawing/2014/main" id="{65ACCFF7-4082-1DB5-A7C0-5986452E8193}"/>
              </a:ext>
            </a:extLst>
          </p:cNvPr>
          <p:cNvSpPr>
            <a:spLocks noGrp="1"/>
          </p:cNvSpPr>
          <p:nvPr>
            <p:ph type="ftr" sz="quarter" idx="11"/>
          </p:nvPr>
        </p:nvSpPr>
        <p:spPr/>
        <p:txBody>
          <a:bodyPr/>
          <a:lstStyle/>
          <a:p>
            <a:endParaRPr lang="en-JP"/>
          </a:p>
        </p:txBody>
      </p:sp>
      <p:sp>
        <p:nvSpPr>
          <p:cNvPr id="6" name="スライド番号プレースホルダー 5">
            <a:extLst>
              <a:ext uri="{FF2B5EF4-FFF2-40B4-BE49-F238E27FC236}">
                <a16:creationId xmlns:a16="http://schemas.microsoft.com/office/drawing/2014/main" id="{6D4DDFD6-C63B-115B-B22F-F68EFBA81E79}"/>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970542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EAC84D-1EDC-EF0F-3CC3-C4744D8CB0F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46B91D-04C0-A593-3934-9401915D91C5}"/>
              </a:ext>
            </a:extLst>
          </p:cNvPr>
          <p:cNvSpPr>
            <a:spLocks noGrp="1"/>
          </p:cNvSpPr>
          <p:nvPr>
            <p:ph sz="half" idx="1"/>
          </p:nvPr>
        </p:nvSpPr>
        <p:spPr>
          <a:xfrm>
            <a:off x="2081421" y="11394520"/>
            <a:ext cx="12866966" cy="2715859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8B49D94-E4D5-516B-F9B0-5735DA287E28}"/>
              </a:ext>
            </a:extLst>
          </p:cNvPr>
          <p:cNvSpPr>
            <a:spLocks noGrp="1"/>
          </p:cNvSpPr>
          <p:nvPr>
            <p:ph sz="half" idx="2"/>
          </p:nvPr>
        </p:nvSpPr>
        <p:spPr>
          <a:xfrm>
            <a:off x="15326826" y="11394520"/>
            <a:ext cx="12866966" cy="2715859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B4A894F-C2D2-300F-7E75-720D759E22FD}"/>
              </a:ext>
            </a:extLst>
          </p:cNvPr>
          <p:cNvSpPr>
            <a:spLocks noGrp="1"/>
          </p:cNvSpPr>
          <p:nvPr>
            <p:ph type="dt" sz="half" idx="10"/>
          </p:nvPr>
        </p:nvSpPr>
        <p:spPr/>
        <p:txBody>
          <a:bodyPr/>
          <a:lstStyle/>
          <a:p>
            <a:fld id="{8F14F39A-FAA3-4B27-BC07-2AA343CBE051}" type="datetime1">
              <a:rPr lang="LID4096" altLang="ja-JP" smtClean="0"/>
              <a:t>12/2/25</a:t>
            </a:fld>
            <a:endParaRPr lang="en-JP"/>
          </a:p>
        </p:txBody>
      </p:sp>
      <p:sp>
        <p:nvSpPr>
          <p:cNvPr id="6" name="フッター プレースホルダー 5">
            <a:extLst>
              <a:ext uri="{FF2B5EF4-FFF2-40B4-BE49-F238E27FC236}">
                <a16:creationId xmlns:a16="http://schemas.microsoft.com/office/drawing/2014/main" id="{A63C73C4-49DD-6A52-84A6-30745B297B42}"/>
              </a:ext>
            </a:extLst>
          </p:cNvPr>
          <p:cNvSpPr>
            <a:spLocks noGrp="1"/>
          </p:cNvSpPr>
          <p:nvPr>
            <p:ph type="ftr" sz="quarter" idx="11"/>
          </p:nvPr>
        </p:nvSpPr>
        <p:spPr/>
        <p:txBody>
          <a:bodyPr/>
          <a:lstStyle/>
          <a:p>
            <a:endParaRPr lang="en-JP"/>
          </a:p>
        </p:txBody>
      </p:sp>
      <p:sp>
        <p:nvSpPr>
          <p:cNvPr id="7" name="スライド番号プレースホルダー 6">
            <a:extLst>
              <a:ext uri="{FF2B5EF4-FFF2-40B4-BE49-F238E27FC236}">
                <a16:creationId xmlns:a16="http://schemas.microsoft.com/office/drawing/2014/main" id="{06A29D12-1276-FBEA-6E77-44A6AC46B60C}"/>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3984567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433CB0-71BD-0B16-2C63-06F40D7BD659}"/>
              </a:ext>
            </a:extLst>
          </p:cNvPr>
          <p:cNvSpPr>
            <a:spLocks noGrp="1"/>
          </p:cNvSpPr>
          <p:nvPr>
            <p:ph type="title"/>
          </p:nvPr>
        </p:nvSpPr>
        <p:spPr>
          <a:xfrm>
            <a:off x="2085364" y="2278907"/>
            <a:ext cx="26112371" cy="8273416"/>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574872C-2B12-26C2-C119-BADD87279A9E}"/>
              </a:ext>
            </a:extLst>
          </p:cNvPr>
          <p:cNvSpPr>
            <a:spLocks noGrp="1"/>
          </p:cNvSpPr>
          <p:nvPr>
            <p:ph type="body" idx="1"/>
          </p:nvPr>
        </p:nvSpPr>
        <p:spPr>
          <a:xfrm>
            <a:off x="2085365" y="10492870"/>
            <a:ext cx="12807833" cy="5142393"/>
          </a:xfrm>
        </p:spPr>
        <p:txBody>
          <a:bodyPr anchor="b"/>
          <a:lstStyle>
            <a:lvl1pPr marL="0" indent="0">
              <a:buNone/>
              <a:defRPr sz="5960" b="1"/>
            </a:lvl1pPr>
            <a:lvl2pPr marL="1135319" indent="0">
              <a:buNone/>
              <a:defRPr sz="4966" b="1"/>
            </a:lvl2pPr>
            <a:lvl3pPr marL="2270638" indent="0">
              <a:buNone/>
              <a:defRPr sz="4470" b="1"/>
            </a:lvl3pPr>
            <a:lvl4pPr marL="3405957" indent="0">
              <a:buNone/>
              <a:defRPr sz="3973" b="1"/>
            </a:lvl4pPr>
            <a:lvl5pPr marL="4541276" indent="0">
              <a:buNone/>
              <a:defRPr sz="3973" b="1"/>
            </a:lvl5pPr>
            <a:lvl6pPr marL="5676595" indent="0">
              <a:buNone/>
              <a:defRPr sz="3973" b="1"/>
            </a:lvl6pPr>
            <a:lvl7pPr marL="6811914" indent="0">
              <a:buNone/>
              <a:defRPr sz="3973" b="1"/>
            </a:lvl7pPr>
            <a:lvl8pPr marL="7947233" indent="0">
              <a:buNone/>
              <a:defRPr sz="3973" b="1"/>
            </a:lvl8pPr>
            <a:lvl9pPr marL="9082552" indent="0">
              <a:buNone/>
              <a:defRPr sz="3973"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159AD27-0A5A-BC42-A4B3-3EF5C74FA15A}"/>
              </a:ext>
            </a:extLst>
          </p:cNvPr>
          <p:cNvSpPr>
            <a:spLocks noGrp="1"/>
          </p:cNvSpPr>
          <p:nvPr>
            <p:ph sz="half" idx="2"/>
          </p:nvPr>
        </p:nvSpPr>
        <p:spPr>
          <a:xfrm>
            <a:off x="2085365" y="15635264"/>
            <a:ext cx="12807833" cy="2299711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6EE6D99-284F-9D5E-CBC3-7A8D787DE88D}"/>
              </a:ext>
            </a:extLst>
          </p:cNvPr>
          <p:cNvSpPr>
            <a:spLocks noGrp="1"/>
          </p:cNvSpPr>
          <p:nvPr>
            <p:ph type="body" sz="quarter" idx="3"/>
          </p:nvPr>
        </p:nvSpPr>
        <p:spPr>
          <a:xfrm>
            <a:off x="15326827" y="10492870"/>
            <a:ext cx="12870909" cy="5142393"/>
          </a:xfrm>
        </p:spPr>
        <p:txBody>
          <a:bodyPr anchor="b"/>
          <a:lstStyle>
            <a:lvl1pPr marL="0" indent="0">
              <a:buNone/>
              <a:defRPr sz="5960" b="1"/>
            </a:lvl1pPr>
            <a:lvl2pPr marL="1135319" indent="0">
              <a:buNone/>
              <a:defRPr sz="4966" b="1"/>
            </a:lvl2pPr>
            <a:lvl3pPr marL="2270638" indent="0">
              <a:buNone/>
              <a:defRPr sz="4470" b="1"/>
            </a:lvl3pPr>
            <a:lvl4pPr marL="3405957" indent="0">
              <a:buNone/>
              <a:defRPr sz="3973" b="1"/>
            </a:lvl4pPr>
            <a:lvl5pPr marL="4541276" indent="0">
              <a:buNone/>
              <a:defRPr sz="3973" b="1"/>
            </a:lvl5pPr>
            <a:lvl6pPr marL="5676595" indent="0">
              <a:buNone/>
              <a:defRPr sz="3973" b="1"/>
            </a:lvl6pPr>
            <a:lvl7pPr marL="6811914" indent="0">
              <a:buNone/>
              <a:defRPr sz="3973" b="1"/>
            </a:lvl7pPr>
            <a:lvl8pPr marL="7947233" indent="0">
              <a:buNone/>
              <a:defRPr sz="3973" b="1"/>
            </a:lvl8pPr>
            <a:lvl9pPr marL="9082552" indent="0">
              <a:buNone/>
              <a:defRPr sz="3973"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26228A4-2E17-1C8C-0269-A48CF8D12777}"/>
              </a:ext>
            </a:extLst>
          </p:cNvPr>
          <p:cNvSpPr>
            <a:spLocks noGrp="1"/>
          </p:cNvSpPr>
          <p:nvPr>
            <p:ph sz="quarter" idx="4"/>
          </p:nvPr>
        </p:nvSpPr>
        <p:spPr>
          <a:xfrm>
            <a:off x="15326827" y="15635264"/>
            <a:ext cx="12870909" cy="2299711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7697EBAC-EA3C-FC72-09C1-7E52E8683C85}"/>
              </a:ext>
            </a:extLst>
          </p:cNvPr>
          <p:cNvSpPr>
            <a:spLocks noGrp="1"/>
          </p:cNvSpPr>
          <p:nvPr>
            <p:ph type="dt" sz="half" idx="10"/>
          </p:nvPr>
        </p:nvSpPr>
        <p:spPr/>
        <p:txBody>
          <a:bodyPr/>
          <a:lstStyle/>
          <a:p>
            <a:fld id="{350AD22A-55F2-4547-A5CA-A5A999E6556D}" type="datetime1">
              <a:rPr lang="LID4096" altLang="ja-JP" smtClean="0"/>
              <a:t>12/2/25</a:t>
            </a:fld>
            <a:endParaRPr lang="en-JP"/>
          </a:p>
        </p:txBody>
      </p:sp>
      <p:sp>
        <p:nvSpPr>
          <p:cNvPr id="8" name="フッター プレースホルダー 7">
            <a:extLst>
              <a:ext uri="{FF2B5EF4-FFF2-40B4-BE49-F238E27FC236}">
                <a16:creationId xmlns:a16="http://schemas.microsoft.com/office/drawing/2014/main" id="{BBF6A1C3-9D79-EF58-6440-46FA21BE532C}"/>
              </a:ext>
            </a:extLst>
          </p:cNvPr>
          <p:cNvSpPr>
            <a:spLocks noGrp="1"/>
          </p:cNvSpPr>
          <p:nvPr>
            <p:ph type="ftr" sz="quarter" idx="11"/>
          </p:nvPr>
        </p:nvSpPr>
        <p:spPr/>
        <p:txBody>
          <a:bodyPr/>
          <a:lstStyle/>
          <a:p>
            <a:endParaRPr lang="en-JP"/>
          </a:p>
        </p:txBody>
      </p:sp>
      <p:sp>
        <p:nvSpPr>
          <p:cNvPr id="9" name="スライド番号プレースホルダー 8">
            <a:extLst>
              <a:ext uri="{FF2B5EF4-FFF2-40B4-BE49-F238E27FC236}">
                <a16:creationId xmlns:a16="http://schemas.microsoft.com/office/drawing/2014/main" id="{C15C9C54-6ABB-EBA4-8A6E-B6F90C85431D}"/>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1595008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E74465-7FB9-FFDB-5372-EC76AAA400F5}"/>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6F0455F-FFF0-F9DA-340E-329FFF249DD8}"/>
              </a:ext>
            </a:extLst>
          </p:cNvPr>
          <p:cNvSpPr>
            <a:spLocks noGrp="1"/>
          </p:cNvSpPr>
          <p:nvPr>
            <p:ph type="dt" sz="half" idx="10"/>
          </p:nvPr>
        </p:nvSpPr>
        <p:spPr/>
        <p:txBody>
          <a:bodyPr/>
          <a:lstStyle/>
          <a:p>
            <a:fld id="{D1E7EEDF-E3BE-4535-8538-9CF15E9FEAAB}" type="datetime1">
              <a:rPr lang="LID4096" altLang="ja-JP" smtClean="0"/>
              <a:t>12/2/25</a:t>
            </a:fld>
            <a:endParaRPr lang="en-JP"/>
          </a:p>
        </p:txBody>
      </p:sp>
      <p:sp>
        <p:nvSpPr>
          <p:cNvPr id="4" name="フッター プレースホルダー 3">
            <a:extLst>
              <a:ext uri="{FF2B5EF4-FFF2-40B4-BE49-F238E27FC236}">
                <a16:creationId xmlns:a16="http://schemas.microsoft.com/office/drawing/2014/main" id="{62172AED-DB60-7AF8-4CB1-FBBF460948D5}"/>
              </a:ext>
            </a:extLst>
          </p:cNvPr>
          <p:cNvSpPr>
            <a:spLocks noGrp="1"/>
          </p:cNvSpPr>
          <p:nvPr>
            <p:ph type="ftr" sz="quarter" idx="11"/>
          </p:nvPr>
        </p:nvSpPr>
        <p:spPr/>
        <p:txBody>
          <a:bodyPr/>
          <a:lstStyle/>
          <a:p>
            <a:endParaRPr lang="en-JP"/>
          </a:p>
        </p:txBody>
      </p:sp>
      <p:sp>
        <p:nvSpPr>
          <p:cNvPr id="5" name="スライド番号プレースホルダー 4">
            <a:extLst>
              <a:ext uri="{FF2B5EF4-FFF2-40B4-BE49-F238E27FC236}">
                <a16:creationId xmlns:a16="http://schemas.microsoft.com/office/drawing/2014/main" id="{677A93A3-B6E9-45DC-D658-FF86F9BB2C3E}"/>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3080210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DC4AA7-1391-A576-DDA0-0363499716DE}"/>
              </a:ext>
            </a:extLst>
          </p:cNvPr>
          <p:cNvSpPr>
            <a:spLocks noGrp="1"/>
          </p:cNvSpPr>
          <p:nvPr>
            <p:ph type="dt" sz="half" idx="10"/>
          </p:nvPr>
        </p:nvSpPr>
        <p:spPr/>
        <p:txBody>
          <a:bodyPr/>
          <a:lstStyle/>
          <a:p>
            <a:fld id="{C90845DA-CECE-4290-9A52-6E01FD60E4F0}" type="datetime1">
              <a:rPr lang="LID4096" altLang="ja-JP" smtClean="0"/>
              <a:t>12/2/25</a:t>
            </a:fld>
            <a:endParaRPr lang="en-JP"/>
          </a:p>
        </p:txBody>
      </p:sp>
      <p:sp>
        <p:nvSpPr>
          <p:cNvPr id="3" name="フッター プレースホルダー 2">
            <a:extLst>
              <a:ext uri="{FF2B5EF4-FFF2-40B4-BE49-F238E27FC236}">
                <a16:creationId xmlns:a16="http://schemas.microsoft.com/office/drawing/2014/main" id="{B3025198-A93D-F802-4B7D-52114A11DD8D}"/>
              </a:ext>
            </a:extLst>
          </p:cNvPr>
          <p:cNvSpPr>
            <a:spLocks noGrp="1"/>
          </p:cNvSpPr>
          <p:nvPr>
            <p:ph type="ftr" sz="quarter" idx="11"/>
          </p:nvPr>
        </p:nvSpPr>
        <p:spPr/>
        <p:txBody>
          <a:bodyPr/>
          <a:lstStyle/>
          <a:p>
            <a:endParaRPr lang="en-JP"/>
          </a:p>
        </p:txBody>
      </p:sp>
      <p:sp>
        <p:nvSpPr>
          <p:cNvPr id="4" name="スライド番号プレースホルダー 3">
            <a:extLst>
              <a:ext uri="{FF2B5EF4-FFF2-40B4-BE49-F238E27FC236}">
                <a16:creationId xmlns:a16="http://schemas.microsoft.com/office/drawing/2014/main" id="{0477640C-57E2-47B7-953A-2DA4E322EF51}"/>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1846169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3B808A-A6CF-9A2A-F238-AE46D353DBAF}"/>
              </a:ext>
            </a:extLst>
          </p:cNvPr>
          <p:cNvSpPr>
            <a:spLocks noGrp="1"/>
          </p:cNvSpPr>
          <p:nvPr>
            <p:ph type="title"/>
          </p:nvPr>
        </p:nvSpPr>
        <p:spPr>
          <a:xfrm>
            <a:off x="2085366" y="2853584"/>
            <a:ext cx="9764543" cy="9987545"/>
          </a:xfrm>
        </p:spPr>
        <p:txBody>
          <a:bodyPr anchor="b"/>
          <a:lstStyle>
            <a:lvl1pPr>
              <a:defRPr sz="7946"/>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CC3E228-FBA3-6B0C-898B-81C54A6542BB}"/>
              </a:ext>
            </a:extLst>
          </p:cNvPr>
          <p:cNvSpPr>
            <a:spLocks noGrp="1"/>
          </p:cNvSpPr>
          <p:nvPr>
            <p:ph idx="1"/>
          </p:nvPr>
        </p:nvSpPr>
        <p:spPr>
          <a:xfrm>
            <a:off x="12870909" y="6162952"/>
            <a:ext cx="15326827" cy="30418415"/>
          </a:xfrm>
        </p:spPr>
        <p:txBody>
          <a:bodyPr/>
          <a:lstStyle>
            <a:lvl1pPr>
              <a:defRPr sz="7946"/>
            </a:lvl1pPr>
            <a:lvl2pPr>
              <a:defRPr sz="6953"/>
            </a:lvl2pPr>
            <a:lvl3pPr>
              <a:defRPr sz="5960"/>
            </a:lvl3pPr>
            <a:lvl4pPr>
              <a:defRPr sz="4966"/>
            </a:lvl4pPr>
            <a:lvl5pPr>
              <a:defRPr sz="4966"/>
            </a:lvl5pPr>
            <a:lvl6pPr>
              <a:defRPr sz="4966"/>
            </a:lvl6pPr>
            <a:lvl7pPr>
              <a:defRPr sz="4966"/>
            </a:lvl7pPr>
            <a:lvl8pPr>
              <a:defRPr sz="4966"/>
            </a:lvl8pPr>
            <a:lvl9pPr>
              <a:defRPr sz="4966"/>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4B8C242-9ADD-80F9-8035-C6D48E3C79A1}"/>
              </a:ext>
            </a:extLst>
          </p:cNvPr>
          <p:cNvSpPr>
            <a:spLocks noGrp="1"/>
          </p:cNvSpPr>
          <p:nvPr>
            <p:ph type="body" sz="half" idx="2"/>
          </p:nvPr>
        </p:nvSpPr>
        <p:spPr>
          <a:xfrm>
            <a:off x="2085366" y="12841129"/>
            <a:ext cx="9764543" cy="23789780"/>
          </a:xfrm>
        </p:spPr>
        <p:txBody>
          <a:bodyPr/>
          <a:lstStyle>
            <a:lvl1pPr marL="0" indent="0">
              <a:buNone/>
              <a:defRPr sz="3973"/>
            </a:lvl1pPr>
            <a:lvl2pPr marL="1135319" indent="0">
              <a:buNone/>
              <a:defRPr sz="3476"/>
            </a:lvl2pPr>
            <a:lvl3pPr marL="2270638" indent="0">
              <a:buNone/>
              <a:defRPr sz="2980"/>
            </a:lvl3pPr>
            <a:lvl4pPr marL="3405957" indent="0">
              <a:buNone/>
              <a:defRPr sz="2483"/>
            </a:lvl4pPr>
            <a:lvl5pPr marL="4541276" indent="0">
              <a:buNone/>
              <a:defRPr sz="2483"/>
            </a:lvl5pPr>
            <a:lvl6pPr marL="5676595" indent="0">
              <a:buNone/>
              <a:defRPr sz="2483"/>
            </a:lvl6pPr>
            <a:lvl7pPr marL="6811914" indent="0">
              <a:buNone/>
              <a:defRPr sz="2483"/>
            </a:lvl7pPr>
            <a:lvl8pPr marL="7947233" indent="0">
              <a:buNone/>
              <a:defRPr sz="2483"/>
            </a:lvl8pPr>
            <a:lvl9pPr marL="9082552" indent="0">
              <a:buNone/>
              <a:defRPr sz="2483"/>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A27236D-6CD4-B2EB-EE21-85EF91A72983}"/>
              </a:ext>
            </a:extLst>
          </p:cNvPr>
          <p:cNvSpPr>
            <a:spLocks noGrp="1"/>
          </p:cNvSpPr>
          <p:nvPr>
            <p:ph type="dt" sz="half" idx="10"/>
          </p:nvPr>
        </p:nvSpPr>
        <p:spPr/>
        <p:txBody>
          <a:bodyPr/>
          <a:lstStyle/>
          <a:p>
            <a:fld id="{66506D8A-3A14-4426-A8F0-6A46E306C20B}" type="datetime1">
              <a:rPr lang="LID4096" altLang="ja-JP" smtClean="0"/>
              <a:t>12/2/25</a:t>
            </a:fld>
            <a:endParaRPr lang="en-JP"/>
          </a:p>
        </p:txBody>
      </p:sp>
      <p:sp>
        <p:nvSpPr>
          <p:cNvPr id="6" name="フッター プレースホルダー 5">
            <a:extLst>
              <a:ext uri="{FF2B5EF4-FFF2-40B4-BE49-F238E27FC236}">
                <a16:creationId xmlns:a16="http://schemas.microsoft.com/office/drawing/2014/main" id="{1D892A41-3367-1F26-AFD8-FB7BE38B166E}"/>
              </a:ext>
            </a:extLst>
          </p:cNvPr>
          <p:cNvSpPr>
            <a:spLocks noGrp="1"/>
          </p:cNvSpPr>
          <p:nvPr>
            <p:ph type="ftr" sz="quarter" idx="11"/>
          </p:nvPr>
        </p:nvSpPr>
        <p:spPr/>
        <p:txBody>
          <a:bodyPr/>
          <a:lstStyle/>
          <a:p>
            <a:endParaRPr lang="en-JP"/>
          </a:p>
        </p:txBody>
      </p:sp>
      <p:sp>
        <p:nvSpPr>
          <p:cNvPr id="7" name="スライド番号プレースホルダー 6">
            <a:extLst>
              <a:ext uri="{FF2B5EF4-FFF2-40B4-BE49-F238E27FC236}">
                <a16:creationId xmlns:a16="http://schemas.microsoft.com/office/drawing/2014/main" id="{36E9165D-48FA-278C-F3E8-A38764301104}"/>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3149668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17AD7F-F958-8B77-9EB2-668DD8690BD9}"/>
              </a:ext>
            </a:extLst>
          </p:cNvPr>
          <p:cNvSpPr>
            <a:spLocks noGrp="1"/>
          </p:cNvSpPr>
          <p:nvPr>
            <p:ph type="title"/>
          </p:nvPr>
        </p:nvSpPr>
        <p:spPr>
          <a:xfrm>
            <a:off x="2085366" y="2853584"/>
            <a:ext cx="9764543" cy="9987545"/>
          </a:xfrm>
        </p:spPr>
        <p:txBody>
          <a:bodyPr anchor="b"/>
          <a:lstStyle>
            <a:lvl1pPr>
              <a:defRPr sz="7946"/>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A6E6A48-783B-7A67-EE52-D8507BF709A2}"/>
              </a:ext>
            </a:extLst>
          </p:cNvPr>
          <p:cNvSpPr>
            <a:spLocks noGrp="1"/>
          </p:cNvSpPr>
          <p:nvPr>
            <p:ph type="pic" idx="1"/>
          </p:nvPr>
        </p:nvSpPr>
        <p:spPr>
          <a:xfrm>
            <a:off x="12870909" y="6162952"/>
            <a:ext cx="15326827" cy="30418415"/>
          </a:xfrm>
        </p:spPr>
        <p:txBody>
          <a:bodyPr/>
          <a:lstStyle>
            <a:lvl1pPr marL="0" indent="0">
              <a:buNone/>
              <a:defRPr sz="7946"/>
            </a:lvl1pPr>
            <a:lvl2pPr marL="1135319" indent="0">
              <a:buNone/>
              <a:defRPr sz="6953"/>
            </a:lvl2pPr>
            <a:lvl3pPr marL="2270638" indent="0">
              <a:buNone/>
              <a:defRPr sz="5960"/>
            </a:lvl3pPr>
            <a:lvl4pPr marL="3405957" indent="0">
              <a:buNone/>
              <a:defRPr sz="4966"/>
            </a:lvl4pPr>
            <a:lvl5pPr marL="4541276" indent="0">
              <a:buNone/>
              <a:defRPr sz="4966"/>
            </a:lvl5pPr>
            <a:lvl6pPr marL="5676595" indent="0">
              <a:buNone/>
              <a:defRPr sz="4966"/>
            </a:lvl6pPr>
            <a:lvl7pPr marL="6811914" indent="0">
              <a:buNone/>
              <a:defRPr sz="4966"/>
            </a:lvl7pPr>
            <a:lvl8pPr marL="7947233" indent="0">
              <a:buNone/>
              <a:defRPr sz="4966"/>
            </a:lvl8pPr>
            <a:lvl9pPr marL="9082552" indent="0">
              <a:buNone/>
              <a:defRPr sz="4966"/>
            </a:lvl9pPr>
          </a:lstStyle>
          <a:p>
            <a:endParaRPr kumimoji="1" lang="ja-JP" altLang="en-US"/>
          </a:p>
        </p:txBody>
      </p:sp>
      <p:sp>
        <p:nvSpPr>
          <p:cNvPr id="4" name="テキスト プレースホルダー 3">
            <a:extLst>
              <a:ext uri="{FF2B5EF4-FFF2-40B4-BE49-F238E27FC236}">
                <a16:creationId xmlns:a16="http://schemas.microsoft.com/office/drawing/2014/main" id="{5BEFF546-7EE5-E5DD-65A4-7999A9184CA2}"/>
              </a:ext>
            </a:extLst>
          </p:cNvPr>
          <p:cNvSpPr>
            <a:spLocks noGrp="1"/>
          </p:cNvSpPr>
          <p:nvPr>
            <p:ph type="body" sz="half" idx="2"/>
          </p:nvPr>
        </p:nvSpPr>
        <p:spPr>
          <a:xfrm>
            <a:off x="2085366" y="12841129"/>
            <a:ext cx="9764543" cy="23789780"/>
          </a:xfrm>
        </p:spPr>
        <p:txBody>
          <a:bodyPr/>
          <a:lstStyle>
            <a:lvl1pPr marL="0" indent="0">
              <a:buNone/>
              <a:defRPr sz="3973"/>
            </a:lvl1pPr>
            <a:lvl2pPr marL="1135319" indent="0">
              <a:buNone/>
              <a:defRPr sz="3476"/>
            </a:lvl2pPr>
            <a:lvl3pPr marL="2270638" indent="0">
              <a:buNone/>
              <a:defRPr sz="2980"/>
            </a:lvl3pPr>
            <a:lvl4pPr marL="3405957" indent="0">
              <a:buNone/>
              <a:defRPr sz="2483"/>
            </a:lvl4pPr>
            <a:lvl5pPr marL="4541276" indent="0">
              <a:buNone/>
              <a:defRPr sz="2483"/>
            </a:lvl5pPr>
            <a:lvl6pPr marL="5676595" indent="0">
              <a:buNone/>
              <a:defRPr sz="2483"/>
            </a:lvl6pPr>
            <a:lvl7pPr marL="6811914" indent="0">
              <a:buNone/>
              <a:defRPr sz="2483"/>
            </a:lvl7pPr>
            <a:lvl8pPr marL="7947233" indent="0">
              <a:buNone/>
              <a:defRPr sz="2483"/>
            </a:lvl8pPr>
            <a:lvl9pPr marL="9082552" indent="0">
              <a:buNone/>
              <a:defRPr sz="2483"/>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6FE1794-69CF-49F2-4D28-409C7C4037E0}"/>
              </a:ext>
            </a:extLst>
          </p:cNvPr>
          <p:cNvSpPr>
            <a:spLocks noGrp="1"/>
          </p:cNvSpPr>
          <p:nvPr>
            <p:ph type="dt" sz="half" idx="10"/>
          </p:nvPr>
        </p:nvSpPr>
        <p:spPr/>
        <p:txBody>
          <a:bodyPr/>
          <a:lstStyle/>
          <a:p>
            <a:fld id="{CE7E1F37-E86F-4380-AB65-0EB41FBEEA80}" type="datetime1">
              <a:rPr lang="LID4096" altLang="ja-JP" smtClean="0"/>
              <a:t>12/2/25</a:t>
            </a:fld>
            <a:endParaRPr lang="en-JP"/>
          </a:p>
        </p:txBody>
      </p:sp>
      <p:sp>
        <p:nvSpPr>
          <p:cNvPr id="6" name="フッター プレースホルダー 5">
            <a:extLst>
              <a:ext uri="{FF2B5EF4-FFF2-40B4-BE49-F238E27FC236}">
                <a16:creationId xmlns:a16="http://schemas.microsoft.com/office/drawing/2014/main" id="{596E2E1C-0AA6-0FDC-B6B3-18ADD3D84CCF}"/>
              </a:ext>
            </a:extLst>
          </p:cNvPr>
          <p:cNvSpPr>
            <a:spLocks noGrp="1"/>
          </p:cNvSpPr>
          <p:nvPr>
            <p:ph type="ftr" sz="quarter" idx="11"/>
          </p:nvPr>
        </p:nvSpPr>
        <p:spPr/>
        <p:txBody>
          <a:bodyPr/>
          <a:lstStyle/>
          <a:p>
            <a:endParaRPr lang="en-JP"/>
          </a:p>
        </p:txBody>
      </p:sp>
      <p:sp>
        <p:nvSpPr>
          <p:cNvPr id="7" name="スライド番号プレースホルダー 6">
            <a:extLst>
              <a:ext uri="{FF2B5EF4-FFF2-40B4-BE49-F238E27FC236}">
                <a16:creationId xmlns:a16="http://schemas.microsoft.com/office/drawing/2014/main" id="{66C2489E-272F-3A55-084A-8D9E3C47D255}"/>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3829480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9040D0-1BE0-4013-1632-2D5256A447F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49FA83F-3F1A-BC10-DDB0-28793AD2C5E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7FB878B-2CBD-26E6-8E9D-7B27252F0CC9}"/>
              </a:ext>
            </a:extLst>
          </p:cNvPr>
          <p:cNvSpPr>
            <a:spLocks noGrp="1"/>
          </p:cNvSpPr>
          <p:nvPr>
            <p:ph type="dt" sz="half" idx="10"/>
          </p:nvPr>
        </p:nvSpPr>
        <p:spPr/>
        <p:txBody>
          <a:bodyPr/>
          <a:lstStyle/>
          <a:p>
            <a:fld id="{E1716868-4E8C-4E9E-B32E-86466688C38E}" type="datetime1">
              <a:rPr lang="LID4096" altLang="ja-JP" smtClean="0"/>
              <a:t>12/2/25</a:t>
            </a:fld>
            <a:endParaRPr lang="en-JP"/>
          </a:p>
        </p:txBody>
      </p:sp>
      <p:sp>
        <p:nvSpPr>
          <p:cNvPr id="5" name="フッター プレースホルダー 4">
            <a:extLst>
              <a:ext uri="{FF2B5EF4-FFF2-40B4-BE49-F238E27FC236}">
                <a16:creationId xmlns:a16="http://schemas.microsoft.com/office/drawing/2014/main" id="{F8BF4A35-4A4A-285F-1A13-048966821283}"/>
              </a:ext>
            </a:extLst>
          </p:cNvPr>
          <p:cNvSpPr>
            <a:spLocks noGrp="1"/>
          </p:cNvSpPr>
          <p:nvPr>
            <p:ph type="ftr" sz="quarter" idx="11"/>
          </p:nvPr>
        </p:nvSpPr>
        <p:spPr/>
        <p:txBody>
          <a:bodyPr/>
          <a:lstStyle/>
          <a:p>
            <a:endParaRPr lang="en-JP"/>
          </a:p>
        </p:txBody>
      </p:sp>
      <p:sp>
        <p:nvSpPr>
          <p:cNvPr id="6" name="スライド番号プレースホルダー 5">
            <a:extLst>
              <a:ext uri="{FF2B5EF4-FFF2-40B4-BE49-F238E27FC236}">
                <a16:creationId xmlns:a16="http://schemas.microsoft.com/office/drawing/2014/main" id="{ED3A7FA2-EE78-DB17-8FB2-B0CD7C1BDE01}"/>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3659590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11FCCFB-8BEE-E0BB-0380-637AA5F22CAA}"/>
              </a:ext>
            </a:extLst>
          </p:cNvPr>
          <p:cNvSpPr>
            <a:spLocks noGrp="1"/>
          </p:cNvSpPr>
          <p:nvPr>
            <p:ph type="title" orient="vert"/>
          </p:nvPr>
        </p:nvSpPr>
        <p:spPr>
          <a:xfrm>
            <a:off x="21665699" y="2278904"/>
            <a:ext cx="6528093" cy="36274211"/>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941511C-9031-4025-CFBA-BA9E65F1F3D9}"/>
              </a:ext>
            </a:extLst>
          </p:cNvPr>
          <p:cNvSpPr>
            <a:spLocks noGrp="1"/>
          </p:cNvSpPr>
          <p:nvPr>
            <p:ph type="body" orient="vert" idx="1"/>
          </p:nvPr>
        </p:nvSpPr>
        <p:spPr>
          <a:xfrm>
            <a:off x="2081421" y="2278904"/>
            <a:ext cx="19205838" cy="36274211"/>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EBA36F5-3740-30BB-71BD-4D6276D3B3B0}"/>
              </a:ext>
            </a:extLst>
          </p:cNvPr>
          <p:cNvSpPr>
            <a:spLocks noGrp="1"/>
          </p:cNvSpPr>
          <p:nvPr>
            <p:ph type="dt" sz="half" idx="10"/>
          </p:nvPr>
        </p:nvSpPr>
        <p:spPr/>
        <p:txBody>
          <a:bodyPr/>
          <a:lstStyle/>
          <a:p>
            <a:fld id="{02619D8D-BF18-40AE-BFF4-DB66FCFC9271}" type="datetime1">
              <a:rPr lang="LID4096" altLang="ja-JP" smtClean="0"/>
              <a:t>12/2/25</a:t>
            </a:fld>
            <a:endParaRPr lang="en-JP"/>
          </a:p>
        </p:txBody>
      </p:sp>
      <p:sp>
        <p:nvSpPr>
          <p:cNvPr id="5" name="フッター プレースホルダー 4">
            <a:extLst>
              <a:ext uri="{FF2B5EF4-FFF2-40B4-BE49-F238E27FC236}">
                <a16:creationId xmlns:a16="http://schemas.microsoft.com/office/drawing/2014/main" id="{FABB1005-5A7C-8CC7-52A8-34C7D4220F80}"/>
              </a:ext>
            </a:extLst>
          </p:cNvPr>
          <p:cNvSpPr>
            <a:spLocks noGrp="1"/>
          </p:cNvSpPr>
          <p:nvPr>
            <p:ph type="ftr" sz="quarter" idx="11"/>
          </p:nvPr>
        </p:nvSpPr>
        <p:spPr/>
        <p:txBody>
          <a:bodyPr/>
          <a:lstStyle/>
          <a:p>
            <a:endParaRPr lang="en-JP"/>
          </a:p>
        </p:txBody>
      </p:sp>
      <p:sp>
        <p:nvSpPr>
          <p:cNvPr id="6" name="スライド番号プレースホルダー 5">
            <a:extLst>
              <a:ext uri="{FF2B5EF4-FFF2-40B4-BE49-F238E27FC236}">
                <a16:creationId xmlns:a16="http://schemas.microsoft.com/office/drawing/2014/main" id="{726842DC-9B29-68C3-5A39-4C60259923C5}"/>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538806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5ECECF5-3310-F538-5C12-9BDA1C3C8B18}"/>
              </a:ext>
            </a:extLst>
          </p:cNvPr>
          <p:cNvSpPr>
            <a:spLocks noGrp="1"/>
          </p:cNvSpPr>
          <p:nvPr>
            <p:ph type="title"/>
          </p:nvPr>
        </p:nvSpPr>
        <p:spPr>
          <a:xfrm>
            <a:off x="2081421" y="2278907"/>
            <a:ext cx="26112371" cy="8273416"/>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BCC539E-2A49-BD8F-515F-04EA8DBE0EE9}"/>
              </a:ext>
            </a:extLst>
          </p:cNvPr>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904B298-C42A-959C-A700-BB16E26488CD}"/>
              </a:ext>
            </a:extLst>
          </p:cNvPr>
          <p:cNvSpPr>
            <a:spLocks noGrp="1"/>
          </p:cNvSpPr>
          <p:nvPr>
            <p:ph type="dt" sz="half" idx="2"/>
          </p:nvPr>
        </p:nvSpPr>
        <p:spPr>
          <a:xfrm>
            <a:off x="2081421" y="39672750"/>
            <a:ext cx="6811923" cy="2278904"/>
          </a:xfrm>
          <a:prstGeom prst="rect">
            <a:avLst/>
          </a:prstGeom>
        </p:spPr>
        <p:txBody>
          <a:bodyPr vert="horz" lIns="91440" tIns="45720" rIns="91440" bIns="45720" rtlCol="0" anchor="ctr"/>
          <a:lstStyle>
            <a:lvl1pPr algn="l">
              <a:defRPr sz="2980">
                <a:solidFill>
                  <a:schemeClr val="tx1">
                    <a:tint val="82000"/>
                  </a:schemeClr>
                </a:solidFill>
              </a:defRPr>
            </a:lvl1pPr>
          </a:lstStyle>
          <a:p>
            <a:fld id="{1B4F68B4-EECE-4B65-B2C5-259CAB63F02A}" type="datetime1">
              <a:rPr lang="LID4096" altLang="ja-JP" smtClean="0"/>
              <a:t>12/2/25</a:t>
            </a:fld>
            <a:endParaRPr lang="en-JP"/>
          </a:p>
        </p:txBody>
      </p:sp>
      <p:sp>
        <p:nvSpPr>
          <p:cNvPr id="5" name="フッター プレースホルダー 4">
            <a:extLst>
              <a:ext uri="{FF2B5EF4-FFF2-40B4-BE49-F238E27FC236}">
                <a16:creationId xmlns:a16="http://schemas.microsoft.com/office/drawing/2014/main" id="{C8C28AD9-9251-5038-E7E7-59234740FC32}"/>
              </a:ext>
            </a:extLst>
          </p:cNvPr>
          <p:cNvSpPr>
            <a:spLocks noGrp="1"/>
          </p:cNvSpPr>
          <p:nvPr>
            <p:ph type="ftr" sz="quarter" idx="3"/>
          </p:nvPr>
        </p:nvSpPr>
        <p:spPr>
          <a:xfrm>
            <a:off x="10028665" y="39672750"/>
            <a:ext cx="10217884" cy="2278904"/>
          </a:xfrm>
          <a:prstGeom prst="rect">
            <a:avLst/>
          </a:prstGeom>
        </p:spPr>
        <p:txBody>
          <a:bodyPr vert="horz" lIns="91440" tIns="45720" rIns="91440" bIns="45720" rtlCol="0" anchor="ctr"/>
          <a:lstStyle>
            <a:lvl1pPr algn="ctr">
              <a:defRPr sz="2980">
                <a:solidFill>
                  <a:schemeClr val="tx1">
                    <a:tint val="82000"/>
                  </a:schemeClr>
                </a:solidFill>
              </a:defRPr>
            </a:lvl1pPr>
          </a:lstStyle>
          <a:p>
            <a:endParaRPr lang="en-JP"/>
          </a:p>
        </p:txBody>
      </p:sp>
      <p:sp>
        <p:nvSpPr>
          <p:cNvPr id="6" name="スライド番号プレースホルダー 5">
            <a:extLst>
              <a:ext uri="{FF2B5EF4-FFF2-40B4-BE49-F238E27FC236}">
                <a16:creationId xmlns:a16="http://schemas.microsoft.com/office/drawing/2014/main" id="{9DEA4FDD-3782-E177-EE0E-22C891F7353D}"/>
              </a:ext>
            </a:extLst>
          </p:cNvPr>
          <p:cNvSpPr>
            <a:spLocks noGrp="1"/>
          </p:cNvSpPr>
          <p:nvPr>
            <p:ph type="sldNum" sz="quarter" idx="4"/>
          </p:nvPr>
        </p:nvSpPr>
        <p:spPr>
          <a:xfrm>
            <a:off x="21381869" y="39672750"/>
            <a:ext cx="6811923" cy="2278904"/>
          </a:xfrm>
          <a:prstGeom prst="rect">
            <a:avLst/>
          </a:prstGeom>
        </p:spPr>
        <p:txBody>
          <a:bodyPr vert="horz" lIns="91440" tIns="45720" rIns="91440" bIns="45720" rtlCol="0" anchor="ctr"/>
          <a:lstStyle>
            <a:lvl1pPr algn="r">
              <a:defRPr sz="2980">
                <a:solidFill>
                  <a:schemeClr val="tx1">
                    <a:tint val="82000"/>
                  </a:schemeClr>
                </a:solidFill>
              </a:defRPr>
            </a:lvl1pPr>
          </a:lstStyle>
          <a:p>
            <a:fld id="{ACA362A1-787E-2148-99F8-CF31CF5AC487}" type="slidenum">
              <a:rPr lang="en-JP" smtClean="0"/>
              <a:t>‹#›</a:t>
            </a:fld>
            <a:endParaRPr lang="en-JP"/>
          </a:p>
        </p:txBody>
      </p:sp>
    </p:spTree>
    <p:extLst>
      <p:ext uri="{BB962C8B-B14F-4D97-AF65-F5344CB8AC3E}">
        <p14:creationId xmlns:p14="http://schemas.microsoft.com/office/powerpoint/2010/main" val="106102221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defTabSz="2270638" rtl="0" eaLnBrk="1" latinLnBrk="0" hangingPunct="1">
        <a:lnSpc>
          <a:spcPct val="90000"/>
        </a:lnSpc>
        <a:spcBef>
          <a:spcPct val="0"/>
        </a:spcBef>
        <a:buNone/>
        <a:defRPr kumimoji="1" sz="10926" kern="1200">
          <a:solidFill>
            <a:schemeClr val="tx1"/>
          </a:solidFill>
          <a:latin typeface="+mj-lt"/>
          <a:ea typeface="+mj-ea"/>
          <a:cs typeface="+mj-cs"/>
        </a:defRPr>
      </a:lvl1pPr>
    </p:titleStyle>
    <p:bodyStyle>
      <a:lvl1pPr marL="567660" indent="-567660" algn="l" defTabSz="2270638" rtl="0" eaLnBrk="1" latinLnBrk="0" hangingPunct="1">
        <a:lnSpc>
          <a:spcPct val="90000"/>
        </a:lnSpc>
        <a:spcBef>
          <a:spcPts val="2483"/>
        </a:spcBef>
        <a:buFont typeface="Arial" panose="020B0604020202020204" pitchFamily="34" charset="0"/>
        <a:buChar char="•"/>
        <a:defRPr kumimoji="1" sz="6953" kern="1200">
          <a:solidFill>
            <a:schemeClr val="tx1"/>
          </a:solidFill>
          <a:latin typeface="+mn-lt"/>
          <a:ea typeface="+mn-ea"/>
          <a:cs typeface="+mn-cs"/>
        </a:defRPr>
      </a:lvl1pPr>
      <a:lvl2pPr marL="1702979" indent="-567660" algn="l" defTabSz="2270638" rtl="0" eaLnBrk="1" latinLnBrk="0" hangingPunct="1">
        <a:lnSpc>
          <a:spcPct val="90000"/>
        </a:lnSpc>
        <a:spcBef>
          <a:spcPts val="1242"/>
        </a:spcBef>
        <a:buFont typeface="Arial" panose="020B0604020202020204" pitchFamily="34" charset="0"/>
        <a:buChar char="•"/>
        <a:defRPr kumimoji="1" sz="5960" kern="1200">
          <a:solidFill>
            <a:schemeClr val="tx1"/>
          </a:solidFill>
          <a:latin typeface="+mn-lt"/>
          <a:ea typeface="+mn-ea"/>
          <a:cs typeface="+mn-cs"/>
        </a:defRPr>
      </a:lvl2pPr>
      <a:lvl3pPr marL="2838298" indent="-567660" algn="l" defTabSz="2270638" rtl="0" eaLnBrk="1" latinLnBrk="0" hangingPunct="1">
        <a:lnSpc>
          <a:spcPct val="90000"/>
        </a:lnSpc>
        <a:spcBef>
          <a:spcPts val="1242"/>
        </a:spcBef>
        <a:buFont typeface="Arial" panose="020B0604020202020204" pitchFamily="34" charset="0"/>
        <a:buChar char="•"/>
        <a:defRPr kumimoji="1" sz="4966" kern="1200">
          <a:solidFill>
            <a:schemeClr val="tx1"/>
          </a:solidFill>
          <a:latin typeface="+mn-lt"/>
          <a:ea typeface="+mn-ea"/>
          <a:cs typeface="+mn-cs"/>
        </a:defRPr>
      </a:lvl3pPr>
      <a:lvl4pPr marL="3973617" indent="-567660" algn="l" defTabSz="2270638" rtl="0" eaLnBrk="1" latinLnBrk="0" hangingPunct="1">
        <a:lnSpc>
          <a:spcPct val="90000"/>
        </a:lnSpc>
        <a:spcBef>
          <a:spcPts val="1242"/>
        </a:spcBef>
        <a:buFont typeface="Arial" panose="020B0604020202020204" pitchFamily="34" charset="0"/>
        <a:buChar char="•"/>
        <a:defRPr kumimoji="1" sz="4470" kern="1200">
          <a:solidFill>
            <a:schemeClr val="tx1"/>
          </a:solidFill>
          <a:latin typeface="+mn-lt"/>
          <a:ea typeface="+mn-ea"/>
          <a:cs typeface="+mn-cs"/>
        </a:defRPr>
      </a:lvl4pPr>
      <a:lvl5pPr marL="5108936" indent="-567660" algn="l" defTabSz="2270638" rtl="0" eaLnBrk="1" latinLnBrk="0" hangingPunct="1">
        <a:lnSpc>
          <a:spcPct val="90000"/>
        </a:lnSpc>
        <a:spcBef>
          <a:spcPts val="1242"/>
        </a:spcBef>
        <a:buFont typeface="Arial" panose="020B0604020202020204" pitchFamily="34" charset="0"/>
        <a:buChar char="•"/>
        <a:defRPr kumimoji="1" sz="4470" kern="1200">
          <a:solidFill>
            <a:schemeClr val="tx1"/>
          </a:solidFill>
          <a:latin typeface="+mn-lt"/>
          <a:ea typeface="+mn-ea"/>
          <a:cs typeface="+mn-cs"/>
        </a:defRPr>
      </a:lvl5pPr>
      <a:lvl6pPr marL="6244255" indent="-567660" algn="l" defTabSz="2270638" rtl="0" eaLnBrk="1" latinLnBrk="0" hangingPunct="1">
        <a:lnSpc>
          <a:spcPct val="90000"/>
        </a:lnSpc>
        <a:spcBef>
          <a:spcPts val="1242"/>
        </a:spcBef>
        <a:buFont typeface="Arial" panose="020B0604020202020204" pitchFamily="34" charset="0"/>
        <a:buChar char="•"/>
        <a:defRPr kumimoji="1" sz="4470" kern="1200">
          <a:solidFill>
            <a:schemeClr val="tx1"/>
          </a:solidFill>
          <a:latin typeface="+mn-lt"/>
          <a:ea typeface="+mn-ea"/>
          <a:cs typeface="+mn-cs"/>
        </a:defRPr>
      </a:lvl6pPr>
      <a:lvl7pPr marL="7379574" indent="-567660" algn="l" defTabSz="2270638" rtl="0" eaLnBrk="1" latinLnBrk="0" hangingPunct="1">
        <a:lnSpc>
          <a:spcPct val="90000"/>
        </a:lnSpc>
        <a:spcBef>
          <a:spcPts val="1242"/>
        </a:spcBef>
        <a:buFont typeface="Arial" panose="020B0604020202020204" pitchFamily="34" charset="0"/>
        <a:buChar char="•"/>
        <a:defRPr kumimoji="1" sz="4470" kern="1200">
          <a:solidFill>
            <a:schemeClr val="tx1"/>
          </a:solidFill>
          <a:latin typeface="+mn-lt"/>
          <a:ea typeface="+mn-ea"/>
          <a:cs typeface="+mn-cs"/>
        </a:defRPr>
      </a:lvl7pPr>
      <a:lvl8pPr marL="8514893" indent="-567660" algn="l" defTabSz="2270638" rtl="0" eaLnBrk="1" latinLnBrk="0" hangingPunct="1">
        <a:lnSpc>
          <a:spcPct val="90000"/>
        </a:lnSpc>
        <a:spcBef>
          <a:spcPts val="1242"/>
        </a:spcBef>
        <a:buFont typeface="Arial" panose="020B0604020202020204" pitchFamily="34" charset="0"/>
        <a:buChar char="•"/>
        <a:defRPr kumimoji="1" sz="4470" kern="1200">
          <a:solidFill>
            <a:schemeClr val="tx1"/>
          </a:solidFill>
          <a:latin typeface="+mn-lt"/>
          <a:ea typeface="+mn-ea"/>
          <a:cs typeface="+mn-cs"/>
        </a:defRPr>
      </a:lvl8pPr>
      <a:lvl9pPr marL="9650212" indent="-567660" algn="l" defTabSz="2270638" rtl="0" eaLnBrk="1" latinLnBrk="0" hangingPunct="1">
        <a:lnSpc>
          <a:spcPct val="90000"/>
        </a:lnSpc>
        <a:spcBef>
          <a:spcPts val="1242"/>
        </a:spcBef>
        <a:buFont typeface="Arial" panose="020B0604020202020204" pitchFamily="34" charset="0"/>
        <a:buChar char="•"/>
        <a:defRPr kumimoji="1" sz="4470" kern="1200">
          <a:solidFill>
            <a:schemeClr val="tx1"/>
          </a:solidFill>
          <a:latin typeface="+mn-lt"/>
          <a:ea typeface="+mn-ea"/>
          <a:cs typeface="+mn-cs"/>
        </a:defRPr>
      </a:lvl9pPr>
    </p:bodyStyle>
    <p:otherStyle>
      <a:defPPr>
        <a:defRPr lang="ja-JP"/>
      </a:defPPr>
      <a:lvl1pPr marL="0" algn="l" defTabSz="2270638" rtl="0" eaLnBrk="1" latinLnBrk="0" hangingPunct="1">
        <a:defRPr kumimoji="1" sz="4470" kern="1200">
          <a:solidFill>
            <a:schemeClr val="tx1"/>
          </a:solidFill>
          <a:latin typeface="+mn-lt"/>
          <a:ea typeface="+mn-ea"/>
          <a:cs typeface="+mn-cs"/>
        </a:defRPr>
      </a:lvl1pPr>
      <a:lvl2pPr marL="1135319" algn="l" defTabSz="2270638" rtl="0" eaLnBrk="1" latinLnBrk="0" hangingPunct="1">
        <a:defRPr kumimoji="1" sz="4470" kern="1200">
          <a:solidFill>
            <a:schemeClr val="tx1"/>
          </a:solidFill>
          <a:latin typeface="+mn-lt"/>
          <a:ea typeface="+mn-ea"/>
          <a:cs typeface="+mn-cs"/>
        </a:defRPr>
      </a:lvl2pPr>
      <a:lvl3pPr marL="2270638" algn="l" defTabSz="2270638" rtl="0" eaLnBrk="1" latinLnBrk="0" hangingPunct="1">
        <a:defRPr kumimoji="1" sz="4470" kern="1200">
          <a:solidFill>
            <a:schemeClr val="tx1"/>
          </a:solidFill>
          <a:latin typeface="+mn-lt"/>
          <a:ea typeface="+mn-ea"/>
          <a:cs typeface="+mn-cs"/>
        </a:defRPr>
      </a:lvl3pPr>
      <a:lvl4pPr marL="3405957" algn="l" defTabSz="2270638" rtl="0" eaLnBrk="1" latinLnBrk="0" hangingPunct="1">
        <a:defRPr kumimoji="1" sz="4470" kern="1200">
          <a:solidFill>
            <a:schemeClr val="tx1"/>
          </a:solidFill>
          <a:latin typeface="+mn-lt"/>
          <a:ea typeface="+mn-ea"/>
          <a:cs typeface="+mn-cs"/>
        </a:defRPr>
      </a:lvl4pPr>
      <a:lvl5pPr marL="4541276" algn="l" defTabSz="2270638" rtl="0" eaLnBrk="1" latinLnBrk="0" hangingPunct="1">
        <a:defRPr kumimoji="1" sz="4470" kern="1200">
          <a:solidFill>
            <a:schemeClr val="tx1"/>
          </a:solidFill>
          <a:latin typeface="+mn-lt"/>
          <a:ea typeface="+mn-ea"/>
          <a:cs typeface="+mn-cs"/>
        </a:defRPr>
      </a:lvl5pPr>
      <a:lvl6pPr marL="5676595" algn="l" defTabSz="2270638" rtl="0" eaLnBrk="1" latinLnBrk="0" hangingPunct="1">
        <a:defRPr kumimoji="1" sz="4470" kern="1200">
          <a:solidFill>
            <a:schemeClr val="tx1"/>
          </a:solidFill>
          <a:latin typeface="+mn-lt"/>
          <a:ea typeface="+mn-ea"/>
          <a:cs typeface="+mn-cs"/>
        </a:defRPr>
      </a:lvl6pPr>
      <a:lvl7pPr marL="6811914" algn="l" defTabSz="2270638" rtl="0" eaLnBrk="1" latinLnBrk="0" hangingPunct="1">
        <a:defRPr kumimoji="1" sz="4470" kern="1200">
          <a:solidFill>
            <a:schemeClr val="tx1"/>
          </a:solidFill>
          <a:latin typeface="+mn-lt"/>
          <a:ea typeface="+mn-ea"/>
          <a:cs typeface="+mn-cs"/>
        </a:defRPr>
      </a:lvl7pPr>
      <a:lvl8pPr marL="7947233" algn="l" defTabSz="2270638" rtl="0" eaLnBrk="1" latinLnBrk="0" hangingPunct="1">
        <a:defRPr kumimoji="1" sz="4470" kern="1200">
          <a:solidFill>
            <a:schemeClr val="tx1"/>
          </a:solidFill>
          <a:latin typeface="+mn-lt"/>
          <a:ea typeface="+mn-ea"/>
          <a:cs typeface="+mn-cs"/>
        </a:defRPr>
      </a:lvl8pPr>
      <a:lvl9pPr marL="9082552" algn="l" defTabSz="2270638" rtl="0" eaLnBrk="1" latinLnBrk="0" hangingPunct="1">
        <a:defRPr kumimoji="1" sz="44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18" Type="http://schemas.openxmlformats.org/officeDocument/2006/relationships/image" Target="../media/image22.png"/><Relationship Id="rId26" Type="http://schemas.openxmlformats.org/officeDocument/2006/relationships/image" Target="../media/image14.png"/><Relationship Id="rId3" Type="http://schemas.openxmlformats.org/officeDocument/2006/relationships/image" Target="../media/image1.emf"/><Relationship Id="rId21" Type="http://schemas.openxmlformats.org/officeDocument/2006/relationships/image" Target="../media/image9.png"/><Relationship Id="rId7" Type="http://schemas.openxmlformats.org/officeDocument/2006/relationships/image" Target="../media/image1.png"/><Relationship Id="rId12" Type="http://schemas.openxmlformats.org/officeDocument/2006/relationships/image" Target="../media/image6.png"/><Relationship Id="rId25" Type="http://schemas.openxmlformats.org/officeDocument/2006/relationships/image" Target="../media/image13.png"/><Relationship Id="rId2" Type="http://schemas.openxmlformats.org/officeDocument/2006/relationships/notesSlide" Target="../notesSlides/notesSlide1.xml"/><Relationship Id="rId20" Type="http://schemas.openxmlformats.org/officeDocument/2006/relationships/image" Target="../media/image8.png"/><Relationship Id="rId29"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4.emf"/><Relationship Id="rId11" Type="http://schemas.openxmlformats.org/officeDocument/2006/relationships/image" Target="../media/image5.png"/><Relationship Id="rId24" Type="http://schemas.openxmlformats.org/officeDocument/2006/relationships/image" Target="../media/image12.png"/><Relationship Id="rId32" Type="http://schemas.openxmlformats.org/officeDocument/2006/relationships/image" Target="../media/image20.png"/><Relationship Id="rId5" Type="http://schemas.openxmlformats.org/officeDocument/2006/relationships/image" Target="../media/image3.emf"/><Relationship Id="rId23" Type="http://schemas.openxmlformats.org/officeDocument/2006/relationships/image" Target="../media/image11.png"/><Relationship Id="rId28" Type="http://schemas.openxmlformats.org/officeDocument/2006/relationships/image" Target="../media/image16.png"/><Relationship Id="rId10" Type="http://schemas.openxmlformats.org/officeDocument/2006/relationships/image" Target="../media/image4.png"/><Relationship Id="rId19" Type="http://schemas.openxmlformats.org/officeDocument/2006/relationships/image" Target="../media/image7.png"/><Relationship Id="rId31" Type="http://schemas.openxmlformats.org/officeDocument/2006/relationships/image" Target="../media/image19.png"/><Relationship Id="rId4" Type="http://schemas.openxmlformats.org/officeDocument/2006/relationships/image" Target="../media/image2.emf"/><Relationship Id="rId9" Type="http://schemas.openxmlformats.org/officeDocument/2006/relationships/image" Target="../media/image3.png"/><Relationship Id="rId22" Type="http://schemas.openxmlformats.org/officeDocument/2006/relationships/image" Target="../media/image10.png"/><Relationship Id="rId27" Type="http://schemas.openxmlformats.org/officeDocument/2006/relationships/image" Target="../media/image15.png"/><Relationship Id="rId30"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7B61628E-0D1F-F621-55E5-6AFDAF917949}"/>
              </a:ext>
            </a:extLst>
          </p:cNvPr>
          <p:cNvSpPr/>
          <p:nvPr/>
        </p:nvSpPr>
        <p:spPr>
          <a:xfrm>
            <a:off x="462116" y="22897822"/>
            <a:ext cx="29339999" cy="16208398"/>
          </a:xfrm>
          <a:prstGeom prst="rect">
            <a:avLst/>
          </a:prstGeom>
          <a:solidFill>
            <a:schemeClr val="bg1"/>
          </a:solidFill>
          <a:ln w="127000">
            <a:solidFill>
              <a:schemeClr val="tx2"/>
            </a:solidFill>
            <a:extLst>
              <a:ext uri="{C807C97D-BFC1-408E-A445-0C87EB9F89A2}">
                <ask:lineSketchStyleProps xmlns:ask="http://schemas.microsoft.com/office/drawing/2018/sketchyshapes" sd="981765707">
                  <a:custGeom>
                    <a:avLst/>
                    <a:gdLst>
                      <a:gd name="connsiteX0" fmla="*/ 0 w 27965400"/>
                      <a:gd name="connsiteY0" fmla="*/ 0 h 5715000"/>
                      <a:gd name="connsiteX1" fmla="*/ 27965400 w 27965400"/>
                      <a:gd name="connsiteY1" fmla="*/ 0 h 5715000"/>
                      <a:gd name="connsiteX2" fmla="*/ 27965400 w 27965400"/>
                      <a:gd name="connsiteY2" fmla="*/ 5715000 h 5715000"/>
                      <a:gd name="connsiteX3" fmla="*/ 0 w 27965400"/>
                      <a:gd name="connsiteY3" fmla="*/ 5715000 h 5715000"/>
                      <a:gd name="connsiteX4" fmla="*/ 0 w 27965400"/>
                      <a:gd name="connsiteY4" fmla="*/ 0 h 571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65400" h="5715000" fill="none" extrusionOk="0">
                        <a:moveTo>
                          <a:pt x="0" y="0"/>
                        </a:moveTo>
                        <a:cubicBezTo>
                          <a:pt x="12822961" y="-33775"/>
                          <a:pt x="23266028" y="138873"/>
                          <a:pt x="27965400" y="0"/>
                        </a:cubicBezTo>
                        <a:cubicBezTo>
                          <a:pt x="27891629" y="1430944"/>
                          <a:pt x="27809517" y="3154282"/>
                          <a:pt x="27965400" y="5715000"/>
                        </a:cubicBezTo>
                        <a:cubicBezTo>
                          <a:pt x="16913084" y="5577670"/>
                          <a:pt x="9222407" y="5577144"/>
                          <a:pt x="0" y="5715000"/>
                        </a:cubicBezTo>
                        <a:cubicBezTo>
                          <a:pt x="152408" y="3190664"/>
                          <a:pt x="73868" y="1414017"/>
                          <a:pt x="0" y="0"/>
                        </a:cubicBezTo>
                        <a:close/>
                      </a:path>
                      <a:path w="27965400" h="5715000" stroke="0" extrusionOk="0">
                        <a:moveTo>
                          <a:pt x="0" y="0"/>
                        </a:moveTo>
                        <a:cubicBezTo>
                          <a:pt x="6780586" y="-101487"/>
                          <a:pt x="18516925" y="-162162"/>
                          <a:pt x="27965400" y="0"/>
                        </a:cubicBezTo>
                        <a:cubicBezTo>
                          <a:pt x="28026113" y="2805299"/>
                          <a:pt x="27904328" y="3460224"/>
                          <a:pt x="27965400" y="5715000"/>
                        </a:cubicBezTo>
                        <a:cubicBezTo>
                          <a:pt x="19875670" y="5765065"/>
                          <a:pt x="9433509" y="5556551"/>
                          <a:pt x="0" y="5715000"/>
                        </a:cubicBezTo>
                        <a:cubicBezTo>
                          <a:pt x="-24452" y="3845266"/>
                          <a:pt x="-67663" y="2490616"/>
                          <a:pt x="0" y="0"/>
                        </a:cubicBezTo>
                        <a:close/>
                      </a:path>
                    </a:pathLst>
                  </a:custGeom>
                  <ask:type>
                    <ask:lineSketchNon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p>
        </p:txBody>
      </p:sp>
      <p:sp>
        <p:nvSpPr>
          <p:cNvPr id="5" name="テキスト ボックス 4">
            <a:extLst>
              <a:ext uri="{FF2B5EF4-FFF2-40B4-BE49-F238E27FC236}">
                <a16:creationId xmlns:a16="http://schemas.microsoft.com/office/drawing/2014/main" id="{F64FA5BB-EA9A-62A7-DC2A-8DEC6F5732C2}"/>
              </a:ext>
            </a:extLst>
          </p:cNvPr>
          <p:cNvSpPr txBox="1">
            <a:spLocks/>
          </p:cNvSpPr>
          <p:nvPr/>
        </p:nvSpPr>
        <p:spPr>
          <a:xfrm>
            <a:off x="1671092" y="23153795"/>
            <a:ext cx="4618993" cy="769441"/>
          </a:xfrm>
          <a:prstGeom prst="rect">
            <a:avLst/>
          </a:prstGeom>
          <a:noFill/>
        </p:spPr>
        <p:txBody>
          <a:bodyPr wrap="square" rtlCol="0">
            <a:spAutoFit/>
          </a:bodyPr>
          <a:lstStyle/>
          <a:p>
            <a:r>
              <a:rPr lang="ja-JP" altLang="en-US" sz="4400" b="1" dirty="0">
                <a:solidFill>
                  <a:schemeClr val="tx2">
                    <a:lumMod val="90000"/>
                    <a:lumOff val="10000"/>
                  </a:schemeClr>
                </a:solidFill>
                <a:latin typeface="メイリオ" panose="020B0604030504040204" pitchFamily="50" charset="-128"/>
                <a:ea typeface="メイリオ" panose="020B0604030504040204" pitchFamily="50" charset="-128"/>
              </a:rPr>
              <a:t>結果</a:t>
            </a:r>
            <a:endParaRPr lang="en-US" altLang="ja-JP" sz="3600" b="1" dirty="0">
              <a:solidFill>
                <a:schemeClr val="tx2">
                  <a:lumMod val="90000"/>
                  <a:lumOff val="10000"/>
                </a:schemeClr>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ABDD51D0-5EC6-F824-DB55-80E30C858156}"/>
              </a:ext>
            </a:extLst>
          </p:cNvPr>
          <p:cNvPicPr>
            <a:picLocks noChangeAspect="1"/>
          </p:cNvPicPr>
          <p:nvPr/>
        </p:nvPicPr>
        <p:blipFill>
          <a:blip r:embed="rId3"/>
          <a:stretch>
            <a:fillRect/>
          </a:stretch>
        </p:blipFill>
        <p:spPr>
          <a:xfrm>
            <a:off x="1233108" y="26195689"/>
            <a:ext cx="27419804" cy="4138829"/>
          </a:xfrm>
          <a:prstGeom prst="rect">
            <a:avLst/>
          </a:prstGeom>
          <a:solidFill>
            <a:schemeClr val="bg1"/>
          </a:solidFill>
        </p:spPr>
      </p:pic>
      <p:pic>
        <p:nvPicPr>
          <p:cNvPr id="7" name="図 6">
            <a:extLst>
              <a:ext uri="{FF2B5EF4-FFF2-40B4-BE49-F238E27FC236}">
                <a16:creationId xmlns:a16="http://schemas.microsoft.com/office/drawing/2014/main" id="{1FAC6B4A-D3E3-2D44-ECF1-942500666026}"/>
              </a:ext>
            </a:extLst>
          </p:cNvPr>
          <p:cNvPicPr>
            <a:picLocks noChangeAspect="1"/>
          </p:cNvPicPr>
          <p:nvPr/>
        </p:nvPicPr>
        <p:blipFill>
          <a:blip r:embed="rId4"/>
          <a:stretch>
            <a:fillRect/>
          </a:stretch>
        </p:blipFill>
        <p:spPr>
          <a:xfrm>
            <a:off x="1233108" y="32257166"/>
            <a:ext cx="27747075" cy="4146954"/>
          </a:xfrm>
          <a:prstGeom prst="rect">
            <a:avLst/>
          </a:prstGeom>
          <a:solidFill>
            <a:schemeClr val="bg1"/>
          </a:solidFill>
        </p:spPr>
      </p:pic>
      <p:sp>
        <p:nvSpPr>
          <p:cNvPr id="8" name="テキスト ボックス 7">
            <a:extLst>
              <a:ext uri="{FF2B5EF4-FFF2-40B4-BE49-F238E27FC236}">
                <a16:creationId xmlns:a16="http://schemas.microsoft.com/office/drawing/2014/main" id="{732AF667-B2A3-FE1B-5244-22EBE058393A}"/>
              </a:ext>
            </a:extLst>
          </p:cNvPr>
          <p:cNvSpPr txBox="1"/>
          <p:nvPr/>
        </p:nvSpPr>
        <p:spPr>
          <a:xfrm>
            <a:off x="6500438" y="30489275"/>
            <a:ext cx="17458554" cy="584775"/>
          </a:xfrm>
          <a:prstGeom prst="rect">
            <a:avLst/>
          </a:prstGeom>
          <a:noFill/>
        </p:spPr>
        <p:txBody>
          <a:bodyPr wrap="square" rtlCol="0">
            <a:spAutoFit/>
          </a:bodyPr>
          <a:lstStyle/>
          <a:p>
            <a:r>
              <a:rPr kumimoji="1" lang="ja-JP" altLang="en-US" sz="3200" b="1">
                <a:latin typeface="メイリオ" panose="020B0604030504040204" pitchFamily="50" charset="-128"/>
                <a:ea typeface="メイリオ" panose="020B0604030504040204" pitchFamily="50" charset="-128"/>
              </a:rPr>
              <a:t>オブザーバを用いた場合と血糖値の</a:t>
            </a:r>
            <a:r>
              <a:rPr kumimoji="1" lang="en-US" altLang="ja-JP" sz="3200" b="1" dirty="0">
                <a:latin typeface="メイリオ" panose="020B0604030504040204" pitchFamily="50" charset="-128"/>
                <a:ea typeface="メイリオ" panose="020B0604030504040204" pitchFamily="50" charset="-128"/>
              </a:rPr>
              <a:t>RMSE</a:t>
            </a:r>
            <a:endParaRPr kumimoji="1" lang="ja-JP" altLang="en-US" sz="3200" b="1"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98F8ADE3-B991-F985-9C42-B2BACD4EF6A8}"/>
              </a:ext>
            </a:extLst>
          </p:cNvPr>
          <p:cNvSpPr txBox="1"/>
          <p:nvPr/>
        </p:nvSpPr>
        <p:spPr>
          <a:xfrm>
            <a:off x="7753796" y="36542919"/>
            <a:ext cx="14827181" cy="584775"/>
          </a:xfrm>
          <a:prstGeom prst="rect">
            <a:avLst/>
          </a:prstGeom>
          <a:noFill/>
        </p:spPr>
        <p:txBody>
          <a:bodyPr wrap="square" rtlCol="0">
            <a:spAutoFit/>
          </a:bodyPr>
          <a:lstStyle/>
          <a:p>
            <a:r>
              <a:rPr kumimoji="1" lang="en-US" altLang="ja-JP" sz="3200" b="1" dirty="0">
                <a:latin typeface="メイリオ" panose="020B0604030504040204" pitchFamily="50" charset="-128"/>
                <a:ea typeface="メイリオ" panose="020B0604030504040204" pitchFamily="50" charset="-128"/>
              </a:rPr>
              <a:t>EKF</a:t>
            </a:r>
            <a:r>
              <a:rPr kumimoji="1" lang="ja-JP" altLang="en-US" sz="3200" b="1">
                <a:latin typeface="メイリオ" panose="020B0604030504040204" pitchFamily="50" charset="-128"/>
                <a:ea typeface="メイリオ" panose="020B0604030504040204" pitchFamily="50" charset="-128"/>
              </a:rPr>
              <a:t>を用いた場合の血糖値の</a:t>
            </a:r>
            <a:r>
              <a:rPr kumimoji="1" lang="en-US" altLang="ja-JP" sz="3200" b="1" dirty="0">
                <a:latin typeface="メイリオ" panose="020B0604030504040204" pitchFamily="50" charset="-128"/>
                <a:ea typeface="メイリオ" panose="020B0604030504040204" pitchFamily="50" charset="-128"/>
              </a:rPr>
              <a:t>RMSE</a:t>
            </a:r>
            <a:endParaRPr kumimoji="1" lang="ja-JP" altLang="en-US" sz="3200" b="1" dirty="0">
              <a:latin typeface="メイリオ" panose="020B0604030504040204" pitchFamily="50" charset="-128"/>
              <a:ea typeface="メイリオ" panose="020B0604030504040204" pitchFamily="50" charset="-128"/>
            </a:endParaRPr>
          </a:p>
        </p:txBody>
      </p:sp>
      <p:pic>
        <p:nvPicPr>
          <p:cNvPr id="10" name="図 9">
            <a:extLst>
              <a:ext uri="{FF2B5EF4-FFF2-40B4-BE49-F238E27FC236}">
                <a16:creationId xmlns:a16="http://schemas.microsoft.com/office/drawing/2014/main" id="{41A9CB97-DA8C-95C4-60B8-A730F9C6D088}"/>
              </a:ext>
            </a:extLst>
          </p:cNvPr>
          <p:cNvPicPr>
            <a:picLocks noChangeAspect="1"/>
          </p:cNvPicPr>
          <p:nvPr/>
        </p:nvPicPr>
        <p:blipFill>
          <a:blip r:embed="rId5"/>
          <a:stretch>
            <a:fillRect/>
          </a:stretch>
        </p:blipFill>
        <p:spPr>
          <a:xfrm>
            <a:off x="6786333" y="31074050"/>
            <a:ext cx="7353300" cy="800100"/>
          </a:xfrm>
          <a:prstGeom prst="rect">
            <a:avLst/>
          </a:prstGeom>
        </p:spPr>
      </p:pic>
      <p:pic>
        <p:nvPicPr>
          <p:cNvPr id="11" name="図 10">
            <a:extLst>
              <a:ext uri="{FF2B5EF4-FFF2-40B4-BE49-F238E27FC236}">
                <a16:creationId xmlns:a16="http://schemas.microsoft.com/office/drawing/2014/main" id="{3984E835-4FAF-0677-4FF6-1F06E8AF7B81}"/>
              </a:ext>
            </a:extLst>
          </p:cNvPr>
          <p:cNvPicPr>
            <a:picLocks/>
          </p:cNvPicPr>
          <p:nvPr/>
        </p:nvPicPr>
        <p:blipFill>
          <a:blip r:embed="rId6"/>
          <a:stretch>
            <a:fillRect/>
          </a:stretch>
        </p:blipFill>
        <p:spPr>
          <a:xfrm>
            <a:off x="7185365" y="37062926"/>
            <a:ext cx="7353300" cy="800100"/>
          </a:xfrm>
          <a:prstGeom prst="rect">
            <a:avLst/>
          </a:prstGeom>
        </p:spPr>
      </p:pic>
      <p:sp>
        <p:nvSpPr>
          <p:cNvPr id="13" name="テキスト ボックス 12">
            <a:extLst>
              <a:ext uri="{FF2B5EF4-FFF2-40B4-BE49-F238E27FC236}">
                <a16:creationId xmlns:a16="http://schemas.microsoft.com/office/drawing/2014/main" id="{31E07E08-7D44-EB35-500F-6DBEE8413345}"/>
              </a:ext>
            </a:extLst>
          </p:cNvPr>
          <p:cNvSpPr txBox="1"/>
          <p:nvPr/>
        </p:nvSpPr>
        <p:spPr>
          <a:xfrm>
            <a:off x="1671092" y="23800496"/>
            <a:ext cx="6452325" cy="523220"/>
          </a:xfrm>
          <a:prstGeom prst="rect">
            <a:avLst/>
          </a:prstGeom>
          <a:noFill/>
        </p:spPr>
        <p:txBody>
          <a:bodyPr wrap="square" rtlCol="0">
            <a:spAutoFit/>
          </a:bodyPr>
          <a:lstStyle/>
          <a:p>
            <a:r>
              <a:rPr kumimoji="1" lang="ja-JP" altLang="en-US" sz="2800" b="1">
                <a:latin typeface="メイリオ" panose="020B0604030504040204" pitchFamily="50" charset="-128"/>
                <a:ea typeface="メイリオ" panose="020B0604030504040204" pitchFamily="50" charset="-128"/>
              </a:rPr>
              <a:t>状態推定実験</a:t>
            </a:r>
            <a:endParaRPr kumimoji="1" lang="ja-JP" altLang="en-US" sz="2800" b="1" dirty="0">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48FF2E25-026C-BC36-728D-1F6A1F60BC68}"/>
              </a:ext>
            </a:extLst>
          </p:cNvPr>
          <p:cNvSpPr txBox="1"/>
          <p:nvPr/>
        </p:nvSpPr>
        <p:spPr>
          <a:xfrm>
            <a:off x="1684513" y="24190768"/>
            <a:ext cx="26633798" cy="1508105"/>
          </a:xfrm>
          <a:prstGeom prst="rect">
            <a:avLst/>
          </a:prstGeom>
          <a:noFill/>
        </p:spPr>
        <p:txBody>
          <a:bodyPr wrap="square" rtlCol="0">
            <a:spAutoFit/>
          </a:bodyPr>
          <a:lstStyle/>
          <a:p>
            <a:pPr marL="514350" indent="-514350">
              <a:buFont typeface="+mj-lt"/>
              <a:buAutoNum type="arabicPeriod"/>
            </a:pPr>
            <a:r>
              <a:rPr kumimoji="1" lang="en-US" altLang="ja-JP" sz="2400" dirty="0">
                <a:latin typeface="メイリオ" panose="020B0604030504040204" pitchFamily="50" charset="-128"/>
                <a:ea typeface="メイリオ" panose="020B0604030504040204" pitchFamily="50" charset="-128"/>
              </a:rPr>
              <a:t>UVA/Padova</a:t>
            </a:r>
            <a:r>
              <a:rPr kumimoji="1" lang="ja-JP" altLang="en-US" sz="2400">
                <a:latin typeface="メイリオ" panose="020B0604030504040204" pitchFamily="50" charset="-128"/>
                <a:ea typeface="メイリオ" panose="020B0604030504040204" pitchFamily="50" charset="-128"/>
              </a:rPr>
              <a:t>モデルより</a:t>
            </a:r>
            <a:r>
              <a:rPr kumimoji="1" lang="en-US" altLang="ja-JP" sz="2400" dirty="0">
                <a:latin typeface="メイリオ" panose="020B0604030504040204" pitchFamily="50" charset="-128"/>
                <a:ea typeface="メイリオ" panose="020B0604030504040204" pitchFamily="50" charset="-128"/>
              </a:rPr>
              <a:t>4</a:t>
            </a:r>
            <a:r>
              <a:rPr lang="ja-JP" altLang="en-US" sz="2400">
                <a:latin typeface="メイリオ" panose="020B0604030504040204" pitchFamily="50" charset="-128"/>
                <a:ea typeface="メイリオ" panose="020B0604030504040204" pitchFamily="50" charset="-128"/>
              </a:rPr>
              <a:t>日分の仮想的な入出力データ</a:t>
            </a:r>
            <a:r>
              <a:rPr lang="en-US" altLang="ja-JP" sz="2400" dirty="0">
                <a:latin typeface="メイリオ" panose="020B0604030504040204" pitchFamily="50" charset="-128"/>
                <a:ea typeface="メイリオ" panose="020B0604030504040204" pitchFamily="50" charset="-128"/>
              </a:rPr>
              <a:t>10</a:t>
            </a:r>
            <a:r>
              <a:rPr lang="ja-JP" altLang="en-US" sz="2400">
                <a:latin typeface="メイリオ" panose="020B0604030504040204" pitchFamily="50" charset="-128"/>
                <a:ea typeface="メイリオ" panose="020B0604030504040204" pitchFamily="50" charset="-128"/>
              </a:rPr>
              <a:t>人分を作成</a:t>
            </a:r>
            <a:endParaRPr lang="en-US" altLang="ja-JP" sz="2400" dirty="0">
              <a:latin typeface="メイリオ" panose="020B0604030504040204" pitchFamily="50" charset="-128"/>
              <a:ea typeface="メイリオ" panose="020B0604030504040204" pitchFamily="50" charset="-128"/>
            </a:endParaRPr>
          </a:p>
          <a:p>
            <a:pPr marL="514350" indent="-514350">
              <a:buFont typeface="+mj-lt"/>
              <a:buAutoNum type="arabicPeriod"/>
            </a:pPr>
            <a:r>
              <a:rPr lang="ja-JP" altLang="en-US" sz="2400">
                <a:latin typeface="メイリオ" panose="020B0604030504040204" pitchFamily="50" charset="-128"/>
                <a:ea typeface="メイリオ" panose="020B0604030504040204" pitchFamily="50" charset="-128"/>
              </a:rPr>
              <a:t>オブザーバ，</a:t>
            </a:r>
            <a:r>
              <a:rPr lang="en-US" altLang="ja-JP" sz="2400" dirty="0">
                <a:latin typeface="メイリオ" panose="020B0604030504040204" pitchFamily="50" charset="-128"/>
                <a:ea typeface="メイリオ" panose="020B0604030504040204" pitchFamily="50" charset="-128"/>
              </a:rPr>
              <a:t>EKF</a:t>
            </a:r>
            <a:r>
              <a:rPr lang="ja-JP" altLang="en-US" sz="2400">
                <a:latin typeface="メイリオ" panose="020B0604030504040204" pitchFamily="50" charset="-128"/>
                <a:ea typeface="メイリオ" panose="020B0604030504040204" pitchFamily="50" charset="-128"/>
              </a:rPr>
              <a:t>を用いて状態推定を行う</a:t>
            </a:r>
            <a:endParaRPr lang="en-US" altLang="ja-JP" sz="2400" dirty="0">
              <a:latin typeface="メイリオ" panose="020B0604030504040204" pitchFamily="50" charset="-128"/>
              <a:ea typeface="メイリオ" panose="020B0604030504040204" pitchFamily="50" charset="-128"/>
            </a:endParaRPr>
          </a:p>
          <a:p>
            <a:pPr marL="514350" indent="-514350">
              <a:buFont typeface="+mj-lt"/>
              <a:buAutoNum type="arabicPeriod"/>
            </a:pPr>
            <a:r>
              <a:rPr lang="ja-JP" altLang="en-US" sz="2400">
                <a:latin typeface="メイリオ" panose="020B0604030504040204" pitchFamily="50" charset="-128"/>
                <a:ea typeface="メイリオ" panose="020B0604030504040204" pitchFamily="50" charset="-128"/>
              </a:rPr>
              <a:t>各状態推定結果に対して，推定された血糖値と</a:t>
            </a:r>
            <a:r>
              <a:rPr lang="en-US" altLang="ja-JP" sz="2400" dirty="0">
                <a:latin typeface="メイリオ" panose="020B0604030504040204" pitchFamily="50" charset="-128"/>
                <a:ea typeface="メイリオ" panose="020B0604030504040204" pitchFamily="50" charset="-128"/>
              </a:rPr>
              <a:t>UVA/Padova</a:t>
            </a:r>
            <a:r>
              <a:rPr lang="ja-JP" altLang="en-US" sz="2400">
                <a:latin typeface="メイリオ" panose="020B0604030504040204" pitchFamily="50" charset="-128"/>
                <a:ea typeface="メイリオ" panose="020B0604030504040204" pitchFamily="50" charset="-128"/>
              </a:rPr>
              <a:t>モデルの</a:t>
            </a:r>
            <a:r>
              <a:rPr lang="en-US" altLang="ja-JP" sz="2400" dirty="0">
                <a:latin typeface="メイリオ" panose="020B0604030504040204" pitchFamily="50" charset="-128"/>
                <a:ea typeface="メイリオ" panose="020B0604030504040204" pitchFamily="50" charset="-128"/>
              </a:rPr>
              <a:t>RMSE</a:t>
            </a:r>
            <a:r>
              <a:rPr lang="ja-JP" altLang="en-US" sz="2400">
                <a:latin typeface="メイリオ" panose="020B0604030504040204" pitchFamily="50" charset="-128"/>
                <a:ea typeface="メイリオ" panose="020B0604030504040204" pitchFamily="50" charset="-128"/>
              </a:rPr>
              <a:t>を計算</a:t>
            </a:r>
            <a:endParaRPr lang="en-US" altLang="ja-JP" sz="2400" dirty="0">
              <a:latin typeface="メイリオ" panose="020B0604030504040204" pitchFamily="50" charset="-128"/>
              <a:ea typeface="メイリオ" panose="020B0604030504040204" pitchFamily="50" charset="-128"/>
            </a:endParaRPr>
          </a:p>
          <a:p>
            <a:r>
              <a:rPr lang="en-US" altLang="ja-JP" dirty="0">
                <a:latin typeface="メイリオ" panose="020B0604030504040204" pitchFamily="50" charset="-128"/>
                <a:ea typeface="メイリオ" panose="020B0604030504040204" pitchFamily="50" charset="-128"/>
              </a:rPr>
              <a:t>※</a:t>
            </a:r>
            <a:r>
              <a:rPr kumimoji="1" lang="ja-JP" altLang="en-US">
                <a:latin typeface="メイリオ" panose="020B0604030504040204" pitchFamily="50" charset="-128"/>
                <a:ea typeface="メイリオ" panose="020B0604030504040204" pitchFamily="50" charset="-128"/>
              </a:rPr>
              <a:t>その他の状態については，物理的な意味が一致していないため単純に比較はできない</a:t>
            </a:r>
            <a:endParaRPr kumimoji="1" lang="ja-JP" altLang="en-US" dirty="0">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5C80B2B6-E8EC-1559-7C75-360EC3FF5FD2}"/>
              </a:ext>
            </a:extLst>
          </p:cNvPr>
          <p:cNvSpPr txBox="1"/>
          <p:nvPr/>
        </p:nvSpPr>
        <p:spPr>
          <a:xfrm>
            <a:off x="1182998" y="38178157"/>
            <a:ext cx="26633798" cy="707886"/>
          </a:xfrm>
          <a:prstGeom prst="rect">
            <a:avLst/>
          </a:prstGeom>
          <a:noFill/>
        </p:spPr>
        <p:txBody>
          <a:bodyPr wrap="square" rtlCol="0">
            <a:spAutoFit/>
          </a:bodyPr>
          <a:lstStyle/>
          <a:p>
            <a:pPr marL="457200" indent="-457200">
              <a:buFont typeface="Arial" panose="020B0604020202020204" pitchFamily="34" charset="0"/>
              <a:buChar char="•"/>
            </a:pPr>
            <a:r>
              <a:rPr lang="en-US" altLang="ja-JP" sz="2000" dirty="0">
                <a:latin typeface="メイリオ" panose="020B0604030504040204" pitchFamily="50" charset="-128"/>
                <a:ea typeface="メイリオ" panose="020B0604030504040204" pitchFamily="50" charset="-128"/>
              </a:rPr>
              <a:t>EKF</a:t>
            </a:r>
            <a:r>
              <a:rPr lang="ja-JP" altLang="en-US" sz="2000">
                <a:latin typeface="メイリオ" panose="020B0604030504040204" pitchFamily="50" charset="-128"/>
                <a:ea typeface="メイリオ" panose="020B0604030504040204" pitchFamily="50" charset="-128"/>
              </a:rPr>
              <a:t>，オブザーバのどちらの場合も，よく血糖値を推定している</a:t>
            </a:r>
            <a:endParaRPr lang="en-US" altLang="ja-JP" sz="2000" dirty="0">
              <a:latin typeface="メイリオ" panose="020B0604030504040204" pitchFamily="50" charset="-128"/>
              <a:ea typeface="メイリオ" panose="020B0604030504040204" pitchFamily="50" charset="-128"/>
            </a:endParaRPr>
          </a:p>
          <a:p>
            <a:pPr marL="457200" indent="-457200">
              <a:buFont typeface="Arial" panose="020B0604020202020204" pitchFamily="34" charset="0"/>
              <a:buChar char="•"/>
            </a:pPr>
            <a:r>
              <a:rPr kumimoji="1" lang="ja-JP" altLang="en-US" sz="2000">
                <a:latin typeface="メイリオ" panose="020B0604030504040204" pitchFamily="50" charset="-128"/>
                <a:ea typeface="メイリオ" panose="020B0604030504040204" pitchFamily="50" charset="-128"/>
              </a:rPr>
              <a:t>特に</a:t>
            </a:r>
            <a:r>
              <a:rPr kumimoji="1" lang="en-US" altLang="ja-JP" sz="2000" dirty="0">
                <a:latin typeface="メイリオ" panose="020B0604030504040204" pitchFamily="50" charset="-128"/>
                <a:ea typeface="メイリオ" panose="020B0604030504040204" pitchFamily="50" charset="-128"/>
              </a:rPr>
              <a:t>EKF</a:t>
            </a:r>
            <a:r>
              <a:rPr kumimoji="1" lang="ja-JP" altLang="en-US" sz="2000">
                <a:latin typeface="メイリオ" panose="020B0604030504040204" pitchFamily="50" charset="-128"/>
                <a:ea typeface="メイリオ" panose="020B0604030504040204" pitchFamily="50" charset="-128"/>
              </a:rPr>
              <a:t>は，内部状態の推定に関してオーバーシュートが小さい</a:t>
            </a:r>
            <a:endParaRPr kumimoji="1" lang="ja-JP" altLang="en-US" sz="2000" dirty="0">
              <a:latin typeface="メイリオ" panose="020B0604030504040204" pitchFamily="50" charset="-128"/>
              <a:ea typeface="メイリオ" panose="020B0604030504040204" pitchFamily="50" charset="-128"/>
            </a:endParaRPr>
          </a:p>
        </p:txBody>
      </p:sp>
      <p:grpSp>
        <p:nvGrpSpPr>
          <p:cNvPr id="12" name="グループ化 11">
            <a:extLst>
              <a:ext uri="{FF2B5EF4-FFF2-40B4-BE49-F238E27FC236}">
                <a16:creationId xmlns:a16="http://schemas.microsoft.com/office/drawing/2014/main" id="{EC49079A-525A-7E17-0F95-5DF8120AFF90}"/>
              </a:ext>
            </a:extLst>
          </p:cNvPr>
          <p:cNvGrpSpPr/>
          <p:nvPr/>
        </p:nvGrpSpPr>
        <p:grpSpPr>
          <a:xfrm>
            <a:off x="462116" y="305513"/>
            <a:ext cx="29340000" cy="2700000"/>
            <a:chOff x="438527" y="1219264"/>
            <a:chExt cx="29340000" cy="2700000"/>
          </a:xfrm>
          <a:solidFill>
            <a:schemeClr val="bg1"/>
          </a:solidFill>
        </p:grpSpPr>
        <p:sp>
          <p:nvSpPr>
            <p:cNvPr id="14" name="正方形/長方形 13">
              <a:extLst>
                <a:ext uri="{FF2B5EF4-FFF2-40B4-BE49-F238E27FC236}">
                  <a16:creationId xmlns:a16="http://schemas.microsoft.com/office/drawing/2014/main" id="{863602BB-5A0C-1842-50B6-9B7D670AC766}"/>
                </a:ext>
              </a:extLst>
            </p:cNvPr>
            <p:cNvSpPr/>
            <p:nvPr/>
          </p:nvSpPr>
          <p:spPr>
            <a:xfrm>
              <a:off x="438527" y="1219264"/>
              <a:ext cx="29340000" cy="2700000"/>
            </a:xfrm>
            <a:prstGeom prst="rect">
              <a:avLst/>
            </a:prstGeom>
            <a:grp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5" name="テキスト ボックス 14">
              <a:extLst>
                <a:ext uri="{FF2B5EF4-FFF2-40B4-BE49-F238E27FC236}">
                  <a16:creationId xmlns:a16="http://schemas.microsoft.com/office/drawing/2014/main" id="{9DC0B4C4-845C-F5B3-9893-B00FC469A730}"/>
                </a:ext>
              </a:extLst>
            </p:cNvPr>
            <p:cNvSpPr txBox="1"/>
            <p:nvPr/>
          </p:nvSpPr>
          <p:spPr>
            <a:xfrm>
              <a:off x="2280743" y="1460305"/>
              <a:ext cx="26134505" cy="923330"/>
            </a:xfrm>
            <a:prstGeom prst="rect">
              <a:avLst/>
            </a:prstGeom>
            <a:grpFill/>
          </p:spPr>
          <p:txBody>
            <a:bodyPr wrap="square" rtlCol="0">
              <a:spAutoFit/>
            </a:bodyPr>
            <a:lstStyle/>
            <a:p>
              <a:r>
                <a:rPr lang="ja-JP" altLang="en-US" sz="5400" b="1" i="0" u="none" strike="noStrike" dirty="0">
                  <a:effectLst/>
                  <a:latin typeface="Roboto" panose="02000000000000000000" pitchFamily="2" charset="0"/>
                </a:rPr>
                <a:t>グルコース</a:t>
              </a:r>
              <a:r>
                <a:rPr lang="en-US" altLang="ja-JP" sz="5400" b="1" i="0" u="none" strike="noStrike" dirty="0">
                  <a:effectLst/>
                  <a:latin typeface="Roboto" panose="02000000000000000000" pitchFamily="2" charset="0"/>
                </a:rPr>
                <a:t>–</a:t>
              </a:r>
              <a:r>
                <a:rPr lang="ja-JP" altLang="en-US" sz="5400" b="1" i="0" u="none" strike="noStrike" dirty="0">
                  <a:effectLst/>
                  <a:latin typeface="Roboto" panose="02000000000000000000" pitchFamily="2" charset="0"/>
                </a:rPr>
                <a:t>インスリン動態切り換えモデルに対する状態推定</a:t>
              </a:r>
              <a:r>
                <a:rPr lang="ja-JP" altLang="en-US" sz="5400" b="1" dirty="0">
                  <a:latin typeface="Roboto" panose="02000000000000000000" pitchFamily="2" charset="0"/>
                </a:rPr>
                <a:t>器</a:t>
              </a:r>
              <a:r>
                <a:rPr lang="ja-JP" altLang="en-US" sz="5400" b="1">
                  <a:latin typeface="Roboto" panose="02000000000000000000" pitchFamily="2" charset="0"/>
                </a:rPr>
                <a:t>の構築に関する考察</a:t>
              </a:r>
              <a:endParaRPr kumimoji="1" lang="ja-JP" altLang="en-US" sz="5400" dirty="0"/>
            </a:p>
          </p:txBody>
        </p:sp>
        <p:sp>
          <p:nvSpPr>
            <p:cNvPr id="16" name="テキスト ボックス 15">
              <a:extLst>
                <a:ext uri="{FF2B5EF4-FFF2-40B4-BE49-F238E27FC236}">
                  <a16:creationId xmlns:a16="http://schemas.microsoft.com/office/drawing/2014/main" id="{F8E73365-5806-BF36-19E8-DEDD7F79AA81}"/>
                </a:ext>
              </a:extLst>
            </p:cNvPr>
            <p:cNvSpPr txBox="1"/>
            <p:nvPr/>
          </p:nvSpPr>
          <p:spPr>
            <a:xfrm>
              <a:off x="6140047" y="2445030"/>
              <a:ext cx="17995111" cy="923330"/>
            </a:xfrm>
            <a:prstGeom prst="rect">
              <a:avLst/>
            </a:prstGeom>
            <a:grpFill/>
          </p:spPr>
          <p:txBody>
            <a:bodyPr wrap="square" rtlCol="0">
              <a:spAutoFit/>
            </a:bodyPr>
            <a:lstStyle/>
            <a:p>
              <a:r>
                <a:rPr lang="en-US" altLang="ja-JP" sz="3600" dirty="0">
                  <a:latin typeface="Helvetica" pitchFamily="2" charset="0"/>
                </a:rPr>
                <a:t>On Construction of a State Estimator for a Switched Glucose-insulin Dynamics Model</a:t>
              </a:r>
            </a:p>
            <a:p>
              <a:endParaRPr kumimoji="1" lang="ja-JP" altLang="en-US" dirty="0"/>
            </a:p>
          </p:txBody>
        </p:sp>
        <p:sp>
          <p:nvSpPr>
            <p:cNvPr id="17" name="テキスト ボックス 16">
              <a:extLst>
                <a:ext uri="{FF2B5EF4-FFF2-40B4-BE49-F238E27FC236}">
                  <a16:creationId xmlns:a16="http://schemas.microsoft.com/office/drawing/2014/main" id="{8A793E4A-42BB-629D-84C8-0C092AFA8C68}"/>
                </a:ext>
              </a:extLst>
            </p:cNvPr>
            <p:cNvSpPr txBox="1"/>
            <p:nvPr/>
          </p:nvSpPr>
          <p:spPr>
            <a:xfrm>
              <a:off x="11908627" y="3075555"/>
              <a:ext cx="6457950" cy="580013"/>
            </a:xfrm>
            <a:prstGeom prst="rect">
              <a:avLst/>
            </a:prstGeom>
            <a:grpFill/>
          </p:spPr>
          <p:txBody>
            <a:bodyPr wrap="square" rtlCol="0">
              <a:spAutoFit/>
            </a:bodyPr>
            <a:lstStyle/>
            <a:p>
              <a:r>
                <a:rPr kumimoji="1" lang="ja-JP" altLang="en-US" sz="3200" b="1" dirty="0"/>
                <a:t>田辺</a:t>
              </a:r>
              <a:r>
                <a:rPr kumimoji="1" lang="en-US" altLang="ja-JP" sz="3200" b="1" dirty="0"/>
                <a:t> </a:t>
              </a:r>
              <a:r>
                <a:rPr lang="ja-JP" altLang="en-US" sz="3200" b="1" dirty="0"/>
                <a:t>裕翔</a:t>
              </a:r>
              <a:r>
                <a:rPr lang="en-US" altLang="ja-JP" sz="3200" b="1" dirty="0"/>
                <a:t>   </a:t>
              </a:r>
              <a:r>
                <a:rPr lang="ja-JP" altLang="en-US" sz="3200" b="1" dirty="0"/>
                <a:t>平田</a:t>
              </a:r>
              <a:r>
                <a:rPr lang="en-US" altLang="ja-JP" sz="3200" b="1" dirty="0"/>
                <a:t> </a:t>
              </a:r>
              <a:r>
                <a:rPr lang="ja-JP" altLang="en-US" sz="3200" b="1" dirty="0"/>
                <a:t>研二</a:t>
              </a:r>
              <a:r>
                <a:rPr lang="en-US" altLang="ja-JP" sz="3200" b="1" dirty="0"/>
                <a:t>   (</a:t>
              </a:r>
              <a:r>
                <a:rPr lang="ja-JP" altLang="en-US" sz="3200" b="1" dirty="0"/>
                <a:t>富山大学</a:t>
              </a:r>
              <a:r>
                <a:rPr lang="en-US" altLang="ja-JP" sz="3200" b="1" dirty="0"/>
                <a:t>)</a:t>
              </a:r>
              <a:endParaRPr kumimoji="1" lang="ja-JP" altLang="en-US" sz="3200" b="1" dirty="0"/>
            </a:p>
          </p:txBody>
        </p:sp>
      </p:grpSp>
      <p:grpSp>
        <p:nvGrpSpPr>
          <p:cNvPr id="99" name="グループ化 98">
            <a:extLst>
              <a:ext uri="{FF2B5EF4-FFF2-40B4-BE49-F238E27FC236}">
                <a16:creationId xmlns:a16="http://schemas.microsoft.com/office/drawing/2014/main" id="{66D952D5-F299-6ACC-B250-A291C2AAE734}"/>
              </a:ext>
            </a:extLst>
          </p:cNvPr>
          <p:cNvGrpSpPr/>
          <p:nvPr/>
        </p:nvGrpSpPr>
        <p:grpSpPr>
          <a:xfrm>
            <a:off x="462116" y="3377333"/>
            <a:ext cx="29340000" cy="5040000"/>
            <a:chOff x="467604" y="3420000"/>
            <a:chExt cx="29340000" cy="5040000"/>
          </a:xfrm>
        </p:grpSpPr>
        <p:grpSp>
          <p:nvGrpSpPr>
            <p:cNvPr id="98" name="グループ化 97">
              <a:extLst>
                <a:ext uri="{FF2B5EF4-FFF2-40B4-BE49-F238E27FC236}">
                  <a16:creationId xmlns:a16="http://schemas.microsoft.com/office/drawing/2014/main" id="{4405AD4C-03E7-303A-F529-7E225C2EA867}"/>
                </a:ext>
              </a:extLst>
            </p:cNvPr>
            <p:cNvGrpSpPr/>
            <p:nvPr/>
          </p:nvGrpSpPr>
          <p:grpSpPr>
            <a:xfrm>
              <a:off x="467604" y="3420000"/>
              <a:ext cx="29340000" cy="5040000"/>
              <a:chOff x="467604" y="3420000"/>
              <a:chExt cx="29340000" cy="5040000"/>
            </a:xfrm>
          </p:grpSpPr>
          <p:grpSp>
            <p:nvGrpSpPr>
              <p:cNvPr id="18" name="グループ化 17">
                <a:extLst>
                  <a:ext uri="{FF2B5EF4-FFF2-40B4-BE49-F238E27FC236}">
                    <a16:creationId xmlns:a16="http://schemas.microsoft.com/office/drawing/2014/main" id="{FA0C50E5-6174-8DD0-2B2F-0C3CB2F3300C}"/>
                  </a:ext>
                </a:extLst>
              </p:cNvPr>
              <p:cNvGrpSpPr/>
              <p:nvPr/>
            </p:nvGrpSpPr>
            <p:grpSpPr>
              <a:xfrm>
                <a:off x="467604" y="3420000"/>
                <a:ext cx="29340000" cy="5040000"/>
                <a:chOff x="478129" y="5290673"/>
                <a:chExt cx="29260800" cy="4899368"/>
              </a:xfrm>
              <a:solidFill>
                <a:schemeClr val="bg1"/>
              </a:solidFill>
            </p:grpSpPr>
            <p:sp>
              <p:nvSpPr>
                <p:cNvPr id="19" name="正方形/長方形 18">
                  <a:extLst>
                    <a:ext uri="{FF2B5EF4-FFF2-40B4-BE49-F238E27FC236}">
                      <a16:creationId xmlns:a16="http://schemas.microsoft.com/office/drawing/2014/main" id="{BAB11EC0-E28A-7672-B114-A70896BB53F2}"/>
                    </a:ext>
                  </a:extLst>
                </p:cNvPr>
                <p:cNvSpPr>
                  <a:spLocks/>
                </p:cNvSpPr>
                <p:nvPr/>
              </p:nvSpPr>
              <p:spPr>
                <a:xfrm>
                  <a:off x="478129" y="5290673"/>
                  <a:ext cx="29260800" cy="4899368"/>
                </a:xfrm>
                <a:prstGeom prst="rect">
                  <a:avLst/>
                </a:prstGeom>
                <a:grpFill/>
                <a:ln w="127000">
                  <a:solidFill>
                    <a:schemeClr val="tx2"/>
                  </a:solidFill>
                  <a:extLst>
                    <a:ext uri="{C807C97D-BFC1-408E-A445-0C87EB9F89A2}">
                      <ask:lineSketchStyleProps xmlns:ask="http://schemas.microsoft.com/office/drawing/2018/sketchyshapes" sd="981765707">
                        <a:custGeom>
                          <a:avLst/>
                          <a:gdLst>
                            <a:gd name="connsiteX0" fmla="*/ 0 w 27965400"/>
                            <a:gd name="connsiteY0" fmla="*/ 0 h 5715000"/>
                            <a:gd name="connsiteX1" fmla="*/ 27965400 w 27965400"/>
                            <a:gd name="connsiteY1" fmla="*/ 0 h 5715000"/>
                            <a:gd name="connsiteX2" fmla="*/ 27965400 w 27965400"/>
                            <a:gd name="connsiteY2" fmla="*/ 5715000 h 5715000"/>
                            <a:gd name="connsiteX3" fmla="*/ 0 w 27965400"/>
                            <a:gd name="connsiteY3" fmla="*/ 5715000 h 5715000"/>
                            <a:gd name="connsiteX4" fmla="*/ 0 w 27965400"/>
                            <a:gd name="connsiteY4" fmla="*/ 0 h 571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65400" h="5715000" fill="none" extrusionOk="0">
                              <a:moveTo>
                                <a:pt x="0" y="0"/>
                              </a:moveTo>
                              <a:cubicBezTo>
                                <a:pt x="12822961" y="-33775"/>
                                <a:pt x="23266028" y="138873"/>
                                <a:pt x="27965400" y="0"/>
                              </a:cubicBezTo>
                              <a:cubicBezTo>
                                <a:pt x="27891629" y="1430944"/>
                                <a:pt x="27809517" y="3154282"/>
                                <a:pt x="27965400" y="5715000"/>
                              </a:cubicBezTo>
                              <a:cubicBezTo>
                                <a:pt x="16913084" y="5577670"/>
                                <a:pt x="9222407" y="5577144"/>
                                <a:pt x="0" y="5715000"/>
                              </a:cubicBezTo>
                              <a:cubicBezTo>
                                <a:pt x="152408" y="3190664"/>
                                <a:pt x="73868" y="1414017"/>
                                <a:pt x="0" y="0"/>
                              </a:cubicBezTo>
                              <a:close/>
                            </a:path>
                            <a:path w="27965400" h="5715000" stroke="0" extrusionOk="0">
                              <a:moveTo>
                                <a:pt x="0" y="0"/>
                              </a:moveTo>
                              <a:cubicBezTo>
                                <a:pt x="6780586" y="-101487"/>
                                <a:pt x="18516925" y="-162162"/>
                                <a:pt x="27965400" y="0"/>
                              </a:cubicBezTo>
                              <a:cubicBezTo>
                                <a:pt x="28026113" y="2805299"/>
                                <a:pt x="27904328" y="3460224"/>
                                <a:pt x="27965400" y="5715000"/>
                              </a:cubicBezTo>
                              <a:cubicBezTo>
                                <a:pt x="19875670" y="5765065"/>
                                <a:pt x="9433509" y="5556551"/>
                                <a:pt x="0" y="5715000"/>
                              </a:cubicBezTo>
                              <a:cubicBezTo>
                                <a:pt x="-24452" y="3845266"/>
                                <a:pt x="-67663" y="2490616"/>
                                <a:pt x="0" y="0"/>
                              </a:cubicBezTo>
                              <a:close/>
                            </a:path>
                          </a:pathLst>
                        </a:custGeom>
                        <ask:type>
                          <ask:lineSketchNon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p>
              </p:txBody>
            </p:sp>
            <p:sp>
              <p:nvSpPr>
                <p:cNvPr id="20" name="テキスト ボックス 19">
                  <a:extLst>
                    <a:ext uri="{FF2B5EF4-FFF2-40B4-BE49-F238E27FC236}">
                      <a16:creationId xmlns:a16="http://schemas.microsoft.com/office/drawing/2014/main" id="{FA0E2650-C7C7-E339-DFA2-A6913B7F68CD}"/>
                    </a:ext>
                  </a:extLst>
                </p:cNvPr>
                <p:cNvSpPr txBox="1">
                  <a:spLocks/>
                </p:cNvSpPr>
                <p:nvPr/>
              </p:nvSpPr>
              <p:spPr>
                <a:xfrm>
                  <a:off x="981222" y="5601948"/>
                  <a:ext cx="4324353" cy="769441"/>
                </a:xfrm>
                <a:prstGeom prst="rect">
                  <a:avLst/>
                </a:prstGeom>
                <a:grpFill/>
              </p:spPr>
              <p:txBody>
                <a:bodyPr wrap="square" rtlCol="0">
                  <a:spAutoFit/>
                </a:bodyPr>
                <a:lstStyle/>
                <a:p>
                  <a:r>
                    <a:rPr lang="ja-JP" altLang="en-US" sz="4400" b="1">
                      <a:solidFill>
                        <a:schemeClr val="tx2">
                          <a:lumMod val="90000"/>
                          <a:lumOff val="10000"/>
                        </a:schemeClr>
                      </a:solidFill>
                      <a:latin typeface="メイリオ" panose="020B0604030504040204" pitchFamily="50" charset="-128"/>
                      <a:ea typeface="メイリオ" panose="020B0604030504040204" pitchFamily="50" charset="-128"/>
                    </a:rPr>
                    <a:t>研究背景と目的</a:t>
                  </a:r>
                  <a:endParaRPr kumimoji="1" lang="ja-JP" altLang="en-US" sz="4400" b="1" dirty="0">
                    <a:solidFill>
                      <a:schemeClr val="tx2">
                        <a:lumMod val="90000"/>
                        <a:lumOff val="10000"/>
                      </a:schemeClr>
                    </a:solidFill>
                    <a:latin typeface="メイリオ" panose="020B0604030504040204" pitchFamily="50" charset="-128"/>
                    <a:ea typeface="メイリオ" panose="020B0604030504040204" pitchFamily="50" charset="-128"/>
                  </a:endParaRPr>
                </a:p>
              </p:txBody>
            </p:sp>
          </p:grpSp>
          <p:sp>
            <p:nvSpPr>
              <p:cNvPr id="22" name="テキスト ボックス 21">
                <a:extLst>
                  <a:ext uri="{FF2B5EF4-FFF2-40B4-BE49-F238E27FC236}">
                    <a16:creationId xmlns:a16="http://schemas.microsoft.com/office/drawing/2014/main" id="{9C2A2F50-FA4F-8D80-889A-C8FF6147EE17}"/>
                  </a:ext>
                </a:extLst>
              </p:cNvPr>
              <p:cNvSpPr txBox="1"/>
              <p:nvPr/>
            </p:nvSpPr>
            <p:spPr>
              <a:xfrm>
                <a:off x="1034415" y="4388071"/>
                <a:ext cx="17084783" cy="3970318"/>
              </a:xfrm>
              <a:prstGeom prst="rect">
                <a:avLst/>
              </a:prstGeom>
              <a:noFill/>
            </p:spPr>
            <p:txBody>
              <a:bodyPr wrap="square" rtlCol="0">
                <a:spAutoFit/>
              </a:bodyPr>
              <a:lstStyle/>
              <a:p>
                <a:r>
                  <a:rPr kumimoji="1" lang="en-US" altLang="ja-JP" sz="2800" dirty="0"/>
                  <a:t>1</a:t>
                </a:r>
                <a:r>
                  <a:rPr lang="ja-JP" altLang="en-US" sz="2800"/>
                  <a:t>型糖尿病は，血糖値調整を担うインスリンホルモンの体内分泌が停止することによって発症する．患者は外部よりインスリンを投与する必要があり，投与量は患者自身が判断しなければならない．そのため，過剰投与による低血糖リスクなどが生じる．課題解決に向けて人工膵臓の開発が進められている．人工膵臓は血糖値を連続的に計測しながら，適切な投与量を制御アルゴリズムに従い計算し，インスリンを自動投与することによって血糖値を一定の範囲にコントロールする．制御アルゴリズムとしてモデル予測制御</a:t>
                </a:r>
                <a:r>
                  <a:rPr lang="en-US" altLang="ja-JP" sz="2800" dirty="0"/>
                  <a:t>(MPC)</a:t>
                </a:r>
                <a:r>
                  <a:rPr lang="ja-JP" altLang="en-US" sz="2800"/>
                  <a:t>が主に用いられている．</a:t>
                </a:r>
                <a:r>
                  <a:rPr lang="en-US" altLang="ja-JP" sz="2800" dirty="0"/>
                  <a:t>MPC</a:t>
                </a:r>
                <a:r>
                  <a:rPr lang="ja-JP" altLang="en-US" sz="2800"/>
                  <a:t>に基づく制御では，血糖値の変化を記述するモデルを用いて将来の血糖値を予測し，投与量を決定する．そのためには，モデル内部で扱う状態が現在どのような値であるかを適切に把握する必要がある．本研究では，当研究室で提案されたグルコース</a:t>
                </a:r>
                <a:r>
                  <a:rPr lang="en-US" altLang="ja-JP" sz="2800" dirty="0"/>
                  <a:t>-</a:t>
                </a:r>
                <a:r>
                  <a:rPr lang="ja-JP" altLang="en-US" sz="2800"/>
                  <a:t>インスリン動態切り換えモデルに対し，血糖値データからモデルの状態を推定する状態推定器の構築を行う．</a:t>
                </a:r>
                <a:endParaRPr lang="en-US" altLang="ja-JP" sz="2800" dirty="0"/>
              </a:p>
            </p:txBody>
          </p:sp>
          <p:grpSp>
            <p:nvGrpSpPr>
              <p:cNvPr id="23" name="グループ化 22">
                <a:extLst>
                  <a:ext uri="{FF2B5EF4-FFF2-40B4-BE49-F238E27FC236}">
                    <a16:creationId xmlns:a16="http://schemas.microsoft.com/office/drawing/2014/main" id="{59D43F7F-8D8D-0935-35A0-46BFF9815FCE}"/>
                  </a:ext>
                </a:extLst>
              </p:cNvPr>
              <p:cNvGrpSpPr/>
              <p:nvPr/>
            </p:nvGrpSpPr>
            <p:grpSpPr>
              <a:xfrm>
                <a:off x="18086269" y="3634690"/>
                <a:ext cx="11312270" cy="4574516"/>
                <a:chOff x="666370" y="1296365"/>
                <a:chExt cx="11312270" cy="4574516"/>
              </a:xfrm>
            </p:grpSpPr>
            <p:sp>
              <p:nvSpPr>
                <p:cNvPr id="24" name="正方形/長方形 23">
                  <a:extLst>
                    <a:ext uri="{FF2B5EF4-FFF2-40B4-BE49-F238E27FC236}">
                      <a16:creationId xmlns:a16="http://schemas.microsoft.com/office/drawing/2014/main" id="{18E63978-B7C3-0819-58CD-778276F23E2E}"/>
                    </a:ext>
                  </a:extLst>
                </p:cNvPr>
                <p:cNvSpPr/>
                <p:nvPr/>
              </p:nvSpPr>
              <p:spPr>
                <a:xfrm>
                  <a:off x="9029075" y="3536821"/>
                  <a:ext cx="2195384" cy="793092"/>
                </a:xfrm>
                <a:prstGeom prst="rect">
                  <a:avLst/>
                </a:prstGeom>
                <a:ln>
                  <a:solidFill>
                    <a:schemeClr val="tx2">
                      <a:lumMod val="90000"/>
                      <a:lumOff val="1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b="1" dirty="0">
                      <a:latin typeface="Hiragino Kaku Gothic ProN W3" panose="020B0300000000000000" pitchFamily="34" charset="-128"/>
                      <a:ea typeface="Hiragino Kaku Gothic ProN W3" panose="020B0300000000000000" pitchFamily="34" charset="-128"/>
                      <a:cs typeface="Arial" panose="020B0604020202020204" pitchFamily="34" charset="0"/>
                    </a:rPr>
                    <a:t>Subject</a:t>
                  </a:r>
                </a:p>
                <a:p>
                  <a:pPr algn="ctr"/>
                  <a:r>
                    <a:rPr lang="en-US" altLang="ja-JP" sz="1400" b="1" dirty="0">
                      <a:latin typeface="Hiragino Kaku Gothic ProN W3" panose="020B0300000000000000" pitchFamily="34" charset="-128"/>
                      <a:ea typeface="Hiragino Kaku Gothic ProN W3" panose="020B0300000000000000" pitchFamily="34" charset="-128"/>
                      <a:cs typeface="Arial" panose="020B0604020202020204" pitchFamily="34" charset="0"/>
                    </a:rPr>
                    <a:t>(UVA/Padova Model)</a:t>
                  </a:r>
                  <a:endParaRPr kumimoji="1" lang="ja-JP" altLang="en-US" sz="1400" b="1">
                    <a:latin typeface="Hiragino Kaku Gothic ProN W3" panose="020B0300000000000000" pitchFamily="34" charset="-128"/>
                    <a:ea typeface="Hiragino Kaku Gothic ProN W3" panose="020B0300000000000000" pitchFamily="34" charset="-128"/>
                    <a:cs typeface="Arial" panose="020B0604020202020204" pitchFamily="34" charset="0"/>
                  </a:endParaRPr>
                </a:p>
              </p:txBody>
            </p:sp>
            <p:sp>
              <p:nvSpPr>
                <p:cNvPr id="25" name="正方形/長方形 24">
                  <a:extLst>
                    <a:ext uri="{FF2B5EF4-FFF2-40B4-BE49-F238E27FC236}">
                      <a16:creationId xmlns:a16="http://schemas.microsoft.com/office/drawing/2014/main" id="{384FE5E2-A665-8572-DD2C-1CC1DD3C3776}"/>
                    </a:ext>
                  </a:extLst>
                </p:cNvPr>
                <p:cNvSpPr/>
                <p:nvPr/>
              </p:nvSpPr>
              <p:spPr>
                <a:xfrm>
                  <a:off x="4712321" y="1931662"/>
                  <a:ext cx="1952849" cy="734540"/>
                </a:xfrm>
                <a:prstGeom prst="rect">
                  <a:avLst/>
                </a:prstGeom>
                <a:ln>
                  <a:solidFill>
                    <a:schemeClr val="tx2">
                      <a:lumMod val="90000"/>
                      <a:lumOff val="1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400" b="1" dirty="0">
                      <a:latin typeface="Hiragino Kaku Gothic ProN W3" panose="020B0300000000000000" pitchFamily="34" charset="-128"/>
                      <a:ea typeface="Hiragino Kaku Gothic ProN W3" panose="020B0300000000000000" pitchFamily="34" charset="-128"/>
                      <a:cs typeface="Arial" panose="020B0604020202020204" pitchFamily="34" charset="0"/>
                    </a:rPr>
                    <a:t>Gastrointestinal</a:t>
                  </a:r>
                </a:p>
                <a:p>
                  <a:pPr algn="ctr"/>
                  <a:r>
                    <a:rPr lang="en-US" altLang="ja-JP" sz="1400" b="1" dirty="0" err="1">
                      <a:latin typeface="Hiragino Kaku Gothic ProN W3" panose="020B0300000000000000" pitchFamily="34" charset="-128"/>
                      <a:ea typeface="Hiragino Kaku Gothic ProN W3" panose="020B0300000000000000" pitchFamily="34" charset="-128"/>
                      <a:cs typeface="Arial" panose="020B0604020202020204" pitchFamily="34" charset="0"/>
                    </a:rPr>
                    <a:t>submodel</a:t>
                  </a:r>
                  <a:endParaRPr lang="en-US" altLang="ja-JP" sz="1400" b="1" dirty="0">
                    <a:latin typeface="Hiragino Kaku Gothic ProN W3" panose="020B0300000000000000" pitchFamily="34" charset="-128"/>
                    <a:ea typeface="Hiragino Kaku Gothic ProN W3" panose="020B0300000000000000" pitchFamily="34" charset="-128"/>
                    <a:cs typeface="Arial" panose="020B0604020202020204" pitchFamily="34" charset="0"/>
                  </a:endParaRPr>
                </a:p>
                <a:p>
                  <a:pPr algn="ctr"/>
                  <a:r>
                    <a:rPr kumimoji="1" lang="en-US" altLang="ja-JP" sz="1400" b="1" dirty="0">
                      <a:latin typeface="Hiragino Kaku Gothic ProN W3" panose="020B0300000000000000" pitchFamily="34" charset="-128"/>
                      <a:ea typeface="Hiragino Kaku Gothic ProN W3" panose="020B0300000000000000" pitchFamily="34" charset="-128"/>
                      <a:cs typeface="Arial" panose="020B0604020202020204" pitchFamily="34" charset="0"/>
                    </a:rPr>
                    <a:t>(</a:t>
                  </a:r>
                  <a:r>
                    <a:rPr kumimoji="1" lang="en-US" altLang="ja-JP" sz="1400" b="1" dirty="0">
                      <a:solidFill>
                        <a:srgbClr val="FF0000"/>
                      </a:solidFill>
                      <a:latin typeface="Hiragino Kaku Gothic ProN W3" panose="020B0300000000000000" pitchFamily="34" charset="-128"/>
                      <a:ea typeface="Hiragino Kaku Gothic ProN W3" panose="020B0300000000000000" pitchFamily="34" charset="-128"/>
                      <a:cs typeface="Arial" panose="020B0604020202020204" pitchFamily="34" charset="0"/>
                    </a:rPr>
                    <a:t>switched system</a:t>
                  </a:r>
                  <a:r>
                    <a:rPr kumimoji="1" lang="en-US" altLang="ja-JP" sz="1400" b="1" dirty="0">
                      <a:latin typeface="Hiragino Kaku Gothic ProN W3" panose="020B0300000000000000" pitchFamily="34" charset="-128"/>
                      <a:ea typeface="Hiragino Kaku Gothic ProN W3" panose="020B0300000000000000" pitchFamily="34" charset="-128"/>
                      <a:cs typeface="Arial" panose="020B0604020202020204" pitchFamily="34" charset="0"/>
                    </a:rPr>
                    <a:t>)</a:t>
                  </a:r>
                  <a:endParaRPr kumimoji="1" lang="ja-JP" altLang="en-US" sz="1400" b="1">
                    <a:latin typeface="Hiragino Kaku Gothic ProN W3" panose="020B0300000000000000" pitchFamily="34" charset="-128"/>
                    <a:ea typeface="Hiragino Kaku Gothic ProN W3" panose="020B0300000000000000" pitchFamily="34" charset="-128"/>
                    <a:cs typeface="Arial" panose="020B0604020202020204" pitchFamily="34" charset="0"/>
                  </a:endParaRPr>
                </a:p>
              </p:txBody>
            </p:sp>
            <p:grpSp>
              <p:nvGrpSpPr>
                <p:cNvPr id="26" name="グループ化 25">
                  <a:extLst>
                    <a:ext uri="{FF2B5EF4-FFF2-40B4-BE49-F238E27FC236}">
                      <a16:creationId xmlns:a16="http://schemas.microsoft.com/office/drawing/2014/main" id="{D1E44D45-3DA4-4CFA-F429-5BEDB64951B0}"/>
                    </a:ext>
                  </a:extLst>
                </p:cNvPr>
                <p:cNvGrpSpPr/>
                <p:nvPr/>
              </p:nvGrpSpPr>
              <p:grpSpPr>
                <a:xfrm>
                  <a:off x="2244780" y="2938800"/>
                  <a:ext cx="6094482" cy="1989135"/>
                  <a:chOff x="3047283" y="2904075"/>
                  <a:chExt cx="6094482" cy="1989135"/>
                </a:xfrm>
              </p:grpSpPr>
              <p:sp>
                <p:nvSpPr>
                  <p:cNvPr id="45" name="正方形/長方形 44">
                    <a:extLst>
                      <a:ext uri="{FF2B5EF4-FFF2-40B4-BE49-F238E27FC236}">
                        <a16:creationId xmlns:a16="http://schemas.microsoft.com/office/drawing/2014/main" id="{0486F3D7-C451-1203-4951-8DFA119C5689}"/>
                      </a:ext>
                    </a:extLst>
                  </p:cNvPr>
                  <p:cNvSpPr/>
                  <p:nvPr/>
                </p:nvSpPr>
                <p:spPr>
                  <a:xfrm>
                    <a:off x="3047283" y="2904075"/>
                    <a:ext cx="6094482" cy="1989135"/>
                  </a:xfrm>
                  <a:prstGeom prst="rect">
                    <a:avLst/>
                  </a:prstGeom>
                  <a:ln>
                    <a:solidFill>
                      <a:schemeClr val="tx2">
                        <a:lumMod val="90000"/>
                        <a:lumOff val="1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ln w="0"/>
                      <a:solidFill>
                        <a:schemeClr val="tx1"/>
                      </a:solidFill>
                      <a:effectLst>
                        <a:outerShdw blurRad="38100" dist="19050" dir="2700000" algn="tl" rotWithShape="0">
                          <a:schemeClr val="dk1">
                            <a:alpha val="40000"/>
                          </a:schemeClr>
                        </a:outerShdw>
                      </a:effectLst>
                    </a:endParaRPr>
                  </a:p>
                </p:txBody>
              </p:sp>
              <p:sp>
                <p:nvSpPr>
                  <p:cNvPr id="46" name="正方形/長方形 45">
                    <a:extLst>
                      <a:ext uri="{FF2B5EF4-FFF2-40B4-BE49-F238E27FC236}">
                        <a16:creationId xmlns:a16="http://schemas.microsoft.com/office/drawing/2014/main" id="{C10EE236-4D83-450D-5298-0D79F44FFA44}"/>
                      </a:ext>
                    </a:extLst>
                  </p:cNvPr>
                  <p:cNvSpPr/>
                  <p:nvPr/>
                </p:nvSpPr>
                <p:spPr>
                  <a:xfrm>
                    <a:off x="3175590" y="3899127"/>
                    <a:ext cx="1952849" cy="734540"/>
                  </a:xfrm>
                  <a:prstGeom prst="rect">
                    <a:avLst/>
                  </a:prstGeom>
                  <a:ln>
                    <a:solidFill>
                      <a:schemeClr val="tx2">
                        <a:lumMod val="90000"/>
                        <a:lumOff val="1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400" b="1" dirty="0">
                        <a:latin typeface="Hiragino Kaku Gothic ProN W3" panose="020B0300000000000000" pitchFamily="34" charset="-128"/>
                        <a:ea typeface="Hiragino Kaku Gothic ProN W3" panose="020B0300000000000000" pitchFamily="34" charset="-128"/>
                        <a:cs typeface="Arial" panose="020B0604020202020204" pitchFamily="34" charset="0"/>
                      </a:rPr>
                      <a:t>Subcutaneous</a:t>
                    </a:r>
                  </a:p>
                  <a:p>
                    <a:pPr algn="ctr"/>
                    <a:r>
                      <a:rPr lang="en-US" altLang="ja-JP" sz="1400" b="1" dirty="0">
                        <a:latin typeface="Hiragino Kaku Gothic ProN W3" panose="020B0300000000000000" pitchFamily="34" charset="-128"/>
                        <a:ea typeface="Hiragino Kaku Gothic ProN W3" panose="020B0300000000000000" pitchFamily="34" charset="-128"/>
                        <a:cs typeface="Arial" panose="020B0604020202020204" pitchFamily="34" charset="0"/>
                      </a:rPr>
                      <a:t>Insulin</a:t>
                    </a:r>
                  </a:p>
                  <a:p>
                    <a:pPr algn="ctr"/>
                    <a:r>
                      <a:rPr kumimoji="1" lang="en-US" altLang="ja-JP" sz="1400" b="1" dirty="0">
                        <a:latin typeface="Hiragino Kaku Gothic ProN W3" panose="020B0300000000000000" pitchFamily="34" charset="-128"/>
                        <a:ea typeface="Hiragino Kaku Gothic ProN W3" panose="020B0300000000000000" pitchFamily="34" charset="-128"/>
                        <a:cs typeface="Arial" panose="020B0604020202020204" pitchFamily="34" charset="0"/>
                      </a:rPr>
                      <a:t>Kinetic </a:t>
                    </a:r>
                    <a:r>
                      <a:rPr kumimoji="1" lang="en-US" altLang="ja-JP" sz="1400" b="1" dirty="0" err="1">
                        <a:latin typeface="Hiragino Kaku Gothic ProN W3" panose="020B0300000000000000" pitchFamily="34" charset="-128"/>
                        <a:ea typeface="Hiragino Kaku Gothic ProN W3" panose="020B0300000000000000" pitchFamily="34" charset="-128"/>
                        <a:cs typeface="Arial" panose="020B0604020202020204" pitchFamily="34" charset="0"/>
                      </a:rPr>
                      <a:t>submodel</a:t>
                    </a:r>
                    <a:endParaRPr kumimoji="1" lang="ja-JP" altLang="en-US" sz="1400" b="1">
                      <a:latin typeface="Hiragino Kaku Gothic ProN W3" panose="020B0300000000000000" pitchFamily="34" charset="-128"/>
                      <a:ea typeface="Hiragino Kaku Gothic ProN W3" panose="020B0300000000000000" pitchFamily="34" charset="-128"/>
                      <a:cs typeface="Arial" panose="020B0604020202020204" pitchFamily="34" charset="0"/>
                    </a:endParaRPr>
                  </a:p>
                </p:txBody>
              </p:sp>
              <p:sp>
                <p:nvSpPr>
                  <p:cNvPr id="47" name="正方形/長方形 46">
                    <a:extLst>
                      <a:ext uri="{FF2B5EF4-FFF2-40B4-BE49-F238E27FC236}">
                        <a16:creationId xmlns:a16="http://schemas.microsoft.com/office/drawing/2014/main" id="{28A2D907-C95C-6165-61F0-3483B8157E57}"/>
                      </a:ext>
                    </a:extLst>
                  </p:cNvPr>
                  <p:cNvSpPr/>
                  <p:nvPr/>
                </p:nvSpPr>
                <p:spPr>
                  <a:xfrm>
                    <a:off x="5190795" y="3307271"/>
                    <a:ext cx="1810410" cy="734532"/>
                  </a:xfrm>
                  <a:prstGeom prst="rect">
                    <a:avLst/>
                  </a:prstGeom>
                  <a:ln>
                    <a:solidFill>
                      <a:schemeClr val="tx2">
                        <a:lumMod val="90000"/>
                        <a:lumOff val="1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400" b="1" dirty="0">
                        <a:latin typeface="Hiragino Kaku Gothic ProN W3" panose="020B0300000000000000" pitchFamily="34" charset="-128"/>
                        <a:ea typeface="Hiragino Kaku Gothic ProN W3" panose="020B0300000000000000" pitchFamily="34" charset="-128"/>
                        <a:cs typeface="Arial" panose="020B0604020202020204" pitchFamily="34" charset="0"/>
                      </a:rPr>
                      <a:t>Core </a:t>
                    </a:r>
                    <a:r>
                      <a:rPr kumimoji="1" lang="en-US" altLang="ja-JP" sz="1400" b="1" dirty="0" err="1">
                        <a:latin typeface="Hiragino Kaku Gothic ProN W3" panose="020B0300000000000000" pitchFamily="34" charset="-128"/>
                        <a:ea typeface="Hiragino Kaku Gothic ProN W3" panose="020B0300000000000000" pitchFamily="34" charset="-128"/>
                        <a:cs typeface="Arial" panose="020B0604020202020204" pitchFamily="34" charset="0"/>
                      </a:rPr>
                      <a:t>submodel</a:t>
                    </a:r>
                    <a:endParaRPr kumimoji="1" lang="en-US" altLang="ja-JP" sz="1400" b="1" dirty="0">
                      <a:latin typeface="Hiragino Kaku Gothic ProN W3" panose="020B0300000000000000" pitchFamily="34" charset="-128"/>
                      <a:ea typeface="Hiragino Kaku Gothic ProN W3" panose="020B0300000000000000" pitchFamily="34" charset="-128"/>
                      <a:cs typeface="Arial" panose="020B0604020202020204" pitchFamily="34" charset="0"/>
                    </a:endParaRPr>
                  </a:p>
                  <a:p>
                    <a:pPr algn="ctr"/>
                    <a:r>
                      <a:rPr lang="en-US" altLang="ja-JP" sz="1400" b="1" dirty="0">
                        <a:latin typeface="Hiragino Kaku Gothic ProN W3" panose="020B0300000000000000" pitchFamily="34" charset="-128"/>
                        <a:ea typeface="Hiragino Kaku Gothic ProN W3" panose="020B0300000000000000" pitchFamily="34" charset="-128"/>
                        <a:cs typeface="Arial" panose="020B0604020202020204" pitchFamily="34" charset="0"/>
                      </a:rPr>
                      <a:t>(Bergman model)</a:t>
                    </a:r>
                    <a:endParaRPr kumimoji="1" lang="ja-JP" altLang="en-US" sz="1400" b="1">
                      <a:latin typeface="Hiragino Kaku Gothic ProN W3" panose="020B0300000000000000" pitchFamily="34" charset="-128"/>
                      <a:ea typeface="Hiragino Kaku Gothic ProN W3" panose="020B0300000000000000" pitchFamily="34" charset="-128"/>
                      <a:cs typeface="Arial" panose="020B0604020202020204" pitchFamily="34" charset="0"/>
                    </a:endParaRPr>
                  </a:p>
                </p:txBody>
              </p:sp>
              <p:cxnSp>
                <p:nvCxnSpPr>
                  <p:cNvPr id="48" name="カギ線コネクタ 47">
                    <a:extLst>
                      <a:ext uri="{FF2B5EF4-FFF2-40B4-BE49-F238E27FC236}">
                        <a16:creationId xmlns:a16="http://schemas.microsoft.com/office/drawing/2014/main" id="{A1E9AACC-4CD1-9B92-0F0C-6539CFAD37A2}"/>
                      </a:ext>
                    </a:extLst>
                  </p:cNvPr>
                  <p:cNvCxnSpPr>
                    <a:stCxn id="46" idx="3"/>
                    <a:endCxn id="47" idx="2"/>
                  </p:cNvCxnSpPr>
                  <p:nvPr/>
                </p:nvCxnSpPr>
                <p:spPr>
                  <a:xfrm flipV="1">
                    <a:off x="5128439" y="4041803"/>
                    <a:ext cx="967561" cy="22459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49" name="正方形/長方形 48">
                    <a:extLst>
                      <a:ext uri="{FF2B5EF4-FFF2-40B4-BE49-F238E27FC236}">
                        <a16:creationId xmlns:a16="http://schemas.microsoft.com/office/drawing/2014/main" id="{169A1ADE-4340-ACF9-6ADC-5C0014862D57}"/>
                      </a:ext>
                    </a:extLst>
                  </p:cNvPr>
                  <p:cNvSpPr/>
                  <p:nvPr/>
                </p:nvSpPr>
                <p:spPr>
                  <a:xfrm>
                    <a:off x="7215243" y="3307271"/>
                    <a:ext cx="1810410" cy="734532"/>
                  </a:xfrm>
                  <a:prstGeom prst="rect">
                    <a:avLst/>
                  </a:prstGeom>
                  <a:ln>
                    <a:solidFill>
                      <a:schemeClr val="tx2">
                        <a:lumMod val="90000"/>
                        <a:lumOff val="1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400" b="1" dirty="0">
                        <a:latin typeface="Hiragino Kaku Gothic ProN W3" panose="020B0300000000000000" pitchFamily="34" charset="-128"/>
                        <a:ea typeface="Hiragino Kaku Gothic ProN W3" panose="020B0300000000000000" pitchFamily="34" charset="-128"/>
                        <a:cs typeface="Arial" panose="020B0604020202020204" pitchFamily="34" charset="0"/>
                      </a:rPr>
                      <a:t>Nonlinear</a:t>
                    </a:r>
                  </a:p>
                  <a:p>
                    <a:pPr algn="ctr"/>
                    <a:r>
                      <a:rPr lang="en-US" altLang="ja-JP" sz="1400" b="1" dirty="0">
                        <a:latin typeface="Hiragino Kaku Gothic ProN W3" panose="020B0300000000000000" pitchFamily="34" charset="-128"/>
                        <a:ea typeface="Hiragino Kaku Gothic ProN W3" panose="020B0300000000000000" pitchFamily="34" charset="-128"/>
                        <a:cs typeface="Arial" panose="020B0604020202020204" pitchFamily="34" charset="0"/>
                      </a:rPr>
                      <a:t>Programing</a:t>
                    </a:r>
                    <a:endParaRPr kumimoji="1" lang="ja-JP" altLang="en-US" sz="1400" b="1">
                      <a:latin typeface="Hiragino Kaku Gothic ProN W3" panose="020B0300000000000000" pitchFamily="34" charset="-128"/>
                      <a:ea typeface="Hiragino Kaku Gothic ProN W3" panose="020B0300000000000000" pitchFamily="34" charset="-128"/>
                      <a:cs typeface="Arial" panose="020B0604020202020204" pitchFamily="34" charset="0"/>
                    </a:endParaRPr>
                  </a:p>
                </p:txBody>
              </p:sp>
              <p:sp>
                <p:nvSpPr>
                  <p:cNvPr id="50" name="テキスト ボックス 49">
                    <a:extLst>
                      <a:ext uri="{FF2B5EF4-FFF2-40B4-BE49-F238E27FC236}">
                        <a16:creationId xmlns:a16="http://schemas.microsoft.com/office/drawing/2014/main" id="{B07EE000-F797-AF5C-D4FE-E598A9DBD1EB}"/>
                      </a:ext>
                    </a:extLst>
                  </p:cNvPr>
                  <p:cNvSpPr txBox="1"/>
                  <p:nvPr/>
                </p:nvSpPr>
                <p:spPr>
                  <a:xfrm>
                    <a:off x="7336463" y="2937939"/>
                    <a:ext cx="1805302" cy="369332"/>
                  </a:xfrm>
                  <a:prstGeom prst="rect">
                    <a:avLst/>
                  </a:prstGeom>
                  <a:noFill/>
                </p:spPr>
                <p:txBody>
                  <a:bodyPr wrap="none" rtlCol="0">
                    <a:spAutoFit/>
                  </a:bodyPr>
                  <a:lstStyle/>
                  <a:p>
                    <a:r>
                      <a:rPr kumimoji="1" lang="en-US" altLang="ja-JP" dirty="0"/>
                      <a:t>Nonlinear MPC</a:t>
                    </a:r>
                    <a:endParaRPr kumimoji="1" lang="ja-JP" altLang="en-US"/>
                  </a:p>
                </p:txBody>
              </p:sp>
            </p:grpSp>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12770728-D3E7-1402-48B8-94D9DF6CDD69}"/>
                        </a:ext>
                      </a:extLst>
                    </p:cNvPr>
                    <p:cNvSpPr txBox="1"/>
                    <p:nvPr/>
                  </p:nvSpPr>
                  <p:spPr>
                    <a:xfrm>
                      <a:off x="4001906" y="1966727"/>
                      <a:ext cx="64805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𝑅</m:t>
                                </m:r>
                              </m:e>
                              <m:sub>
                                <m:r>
                                  <a:rPr kumimoji="1" lang="en-US" altLang="ja-JP" b="0" i="1" smtClean="0">
                                    <a:latin typeface="Cambria Math" panose="02040503050406030204" pitchFamily="18" charset="0"/>
                                  </a:rPr>
                                  <m:t>𝑎</m:t>
                                </m:r>
                              </m:sub>
                            </m:sSub>
                          </m:oMath>
                        </m:oMathPara>
                      </a14:m>
                      <a:endParaRPr kumimoji="1" lang="ja-JP" altLang="en-US"/>
                    </a:p>
                  </p:txBody>
                </p:sp>
              </mc:Choice>
              <mc:Fallback xmlns="">
                <p:sp>
                  <p:nvSpPr>
                    <p:cNvPr id="27" name="テキスト ボックス 26">
                      <a:extLst>
                        <a:ext uri="{FF2B5EF4-FFF2-40B4-BE49-F238E27FC236}">
                          <a16:creationId xmlns:a16="http://schemas.microsoft.com/office/drawing/2014/main" id="{12770728-D3E7-1402-48B8-94D9DF6CDD69}"/>
                        </a:ext>
                      </a:extLst>
                    </p:cNvPr>
                    <p:cNvSpPr txBox="1">
                      <a:spLocks noRot="1" noChangeAspect="1" noMove="1" noResize="1" noEditPoints="1" noAdjustHandles="1" noChangeArrowheads="1" noChangeShapeType="1" noTextEdit="1"/>
                    </p:cNvSpPr>
                    <p:nvPr/>
                  </p:nvSpPr>
                  <p:spPr>
                    <a:xfrm>
                      <a:off x="4001906" y="1966727"/>
                      <a:ext cx="648059" cy="276999"/>
                    </a:xfrm>
                    <a:prstGeom prst="rect">
                      <a:avLst/>
                    </a:prstGeom>
                    <a:blipFill>
                      <a:blip r:embed="rId7"/>
                      <a:stretch>
                        <a:fillRect b="-869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6ACEC2D0-2C6B-F2EB-E9ED-C9F6A051773B}"/>
                        </a:ext>
                      </a:extLst>
                    </p:cNvPr>
                    <p:cNvSpPr txBox="1"/>
                    <p:nvPr/>
                  </p:nvSpPr>
                  <p:spPr>
                    <a:xfrm>
                      <a:off x="10034169" y="1612983"/>
                      <a:ext cx="81233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𝑑</m:t>
                                </m:r>
                              </m:e>
                              <m:sub>
                                <m:r>
                                  <a:rPr kumimoji="1" lang="en-US" altLang="ja-JP" b="0" i="1" smtClean="0">
                                    <a:latin typeface="Cambria Math" panose="02040503050406030204" pitchFamily="18" charset="0"/>
                                  </a:rPr>
                                  <m:t>𝑚𝑒𝑎𝑙</m:t>
                                </m:r>
                              </m:sub>
                            </m:sSub>
                          </m:oMath>
                        </m:oMathPara>
                      </a14:m>
                      <a:endParaRPr kumimoji="1" lang="ja-JP" altLang="en-US"/>
                    </a:p>
                  </p:txBody>
                </p:sp>
              </mc:Choice>
              <mc:Fallback xmlns="">
                <p:sp>
                  <p:nvSpPr>
                    <p:cNvPr id="28" name="テキスト ボックス 27">
                      <a:extLst>
                        <a:ext uri="{FF2B5EF4-FFF2-40B4-BE49-F238E27FC236}">
                          <a16:creationId xmlns:a16="http://schemas.microsoft.com/office/drawing/2014/main" id="{6ACEC2D0-2C6B-F2EB-E9ED-C9F6A051773B}"/>
                        </a:ext>
                      </a:extLst>
                    </p:cNvPr>
                    <p:cNvSpPr txBox="1">
                      <a:spLocks noRot="1" noChangeAspect="1" noMove="1" noResize="1" noEditPoints="1" noAdjustHandles="1" noChangeArrowheads="1" noChangeShapeType="1" noTextEdit="1"/>
                    </p:cNvSpPr>
                    <p:nvPr/>
                  </p:nvSpPr>
                  <p:spPr>
                    <a:xfrm>
                      <a:off x="10034169" y="1612983"/>
                      <a:ext cx="812337" cy="369332"/>
                    </a:xfrm>
                    <a:prstGeom prst="rect">
                      <a:avLst/>
                    </a:prstGeom>
                    <a:blipFill>
                      <a:blip r:embed="rId8"/>
                      <a:stretch>
                        <a:fillRect/>
                      </a:stretch>
                    </a:blipFill>
                  </p:spPr>
                  <p:txBody>
                    <a:bodyPr/>
                    <a:lstStyle/>
                    <a:p>
                      <a:r>
                        <a:rPr lang="ja-JP" altLang="en-US">
                          <a:noFill/>
                        </a:rPr>
                        <a:t> </a:t>
                      </a:r>
                    </a:p>
                  </p:txBody>
                </p:sp>
              </mc:Fallback>
            </mc:AlternateContent>
            <p:cxnSp>
              <p:nvCxnSpPr>
                <p:cNvPr id="29" name="直線矢印コネクタ 28">
                  <a:extLst>
                    <a:ext uri="{FF2B5EF4-FFF2-40B4-BE49-F238E27FC236}">
                      <a16:creationId xmlns:a16="http://schemas.microsoft.com/office/drawing/2014/main" id="{1BA3840E-A789-7C62-8A58-089E15935AED}"/>
                    </a:ext>
                  </a:extLst>
                </p:cNvPr>
                <p:cNvCxnSpPr>
                  <a:stCxn id="45" idx="3"/>
                  <a:endCxn id="24" idx="1"/>
                </p:cNvCxnSpPr>
                <p:nvPr/>
              </p:nvCxnSpPr>
              <p:spPr>
                <a:xfrm flipV="1">
                  <a:off x="8339262" y="3933367"/>
                  <a:ext cx="68981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0" name="正方形/長方形 29">
                  <a:extLst>
                    <a:ext uri="{FF2B5EF4-FFF2-40B4-BE49-F238E27FC236}">
                      <a16:creationId xmlns:a16="http://schemas.microsoft.com/office/drawing/2014/main" id="{30424CBC-224C-4F9B-54B8-2B8B8816E241}"/>
                    </a:ext>
                  </a:extLst>
                </p:cNvPr>
                <p:cNvSpPr/>
                <p:nvPr/>
              </p:nvSpPr>
              <p:spPr>
                <a:xfrm>
                  <a:off x="5238679" y="5214256"/>
                  <a:ext cx="1756657" cy="631688"/>
                </a:xfrm>
                <a:prstGeom prst="rect">
                  <a:avLst/>
                </a:prstGeom>
                <a:ln>
                  <a:solidFill>
                    <a:schemeClr val="tx2">
                      <a:lumMod val="90000"/>
                      <a:lumOff val="1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400" b="1" dirty="0">
                      <a:latin typeface="Hiragino Kaku Gothic ProN W3" panose="020B0300000000000000" pitchFamily="34" charset="-128"/>
                      <a:ea typeface="Hiragino Kaku Gothic ProN W3" panose="020B0300000000000000" pitchFamily="34" charset="-128"/>
                      <a:cs typeface="Arial" panose="020B0604020202020204" pitchFamily="34" charset="0"/>
                    </a:rPr>
                    <a:t>State Estimator</a:t>
                  </a:r>
                </a:p>
              </p:txBody>
            </p:sp>
            <p:cxnSp>
              <p:nvCxnSpPr>
                <p:cNvPr id="31" name="カギ線コネクタ 30">
                  <a:extLst>
                    <a:ext uri="{FF2B5EF4-FFF2-40B4-BE49-F238E27FC236}">
                      <a16:creationId xmlns:a16="http://schemas.microsoft.com/office/drawing/2014/main" id="{01D9516D-55C8-B5CD-0D5D-C8923CEAF24D}"/>
                    </a:ext>
                  </a:extLst>
                </p:cNvPr>
                <p:cNvCxnSpPr>
                  <a:stCxn id="24" idx="3"/>
                </p:cNvCxnSpPr>
                <p:nvPr/>
              </p:nvCxnSpPr>
              <p:spPr>
                <a:xfrm flipH="1">
                  <a:off x="6995336" y="3933367"/>
                  <a:ext cx="4229123" cy="1760272"/>
                </a:xfrm>
                <a:prstGeom prst="bentConnector3">
                  <a:avLst>
                    <a:gd name="adj1" fmla="val -5405"/>
                  </a:avLst>
                </a:prstGeom>
                <a:ln>
                  <a:tailEnd type="triangle"/>
                </a:ln>
              </p:spPr>
              <p:style>
                <a:lnRef idx="2">
                  <a:schemeClr val="dk1"/>
                </a:lnRef>
                <a:fillRef idx="0">
                  <a:schemeClr val="dk1"/>
                </a:fillRef>
                <a:effectRef idx="1">
                  <a:schemeClr val="dk1"/>
                </a:effectRef>
                <a:fontRef idx="minor">
                  <a:schemeClr val="tx1"/>
                </a:fontRef>
              </p:style>
            </p:cxnSp>
            <p:cxnSp>
              <p:nvCxnSpPr>
                <p:cNvPr id="32" name="カギ線コネクタ 31">
                  <a:extLst>
                    <a:ext uri="{FF2B5EF4-FFF2-40B4-BE49-F238E27FC236}">
                      <a16:creationId xmlns:a16="http://schemas.microsoft.com/office/drawing/2014/main" id="{8DCF664D-52C1-B748-4EB9-43A0C5D233B6}"/>
                    </a:ext>
                  </a:extLst>
                </p:cNvPr>
                <p:cNvCxnSpPr/>
                <p:nvPr/>
              </p:nvCxnSpPr>
              <p:spPr>
                <a:xfrm rot="10800000" flipV="1">
                  <a:off x="6995336" y="3933367"/>
                  <a:ext cx="1688832" cy="1472010"/>
                </a:xfrm>
                <a:prstGeom prst="bentConnector3">
                  <a:avLst>
                    <a:gd name="adj1" fmla="val 654"/>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DF80E100-C5AF-8E0E-0A05-67E3AE962492}"/>
                        </a:ext>
                      </a:extLst>
                    </p:cNvPr>
                    <p:cNvSpPr txBox="1"/>
                    <p:nvPr/>
                  </p:nvSpPr>
                  <p:spPr>
                    <a:xfrm>
                      <a:off x="8381703" y="3586482"/>
                      <a:ext cx="561500"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𝑢</m:t>
                                </m:r>
                              </m:e>
                              <m:sub>
                                <m:r>
                                  <a:rPr kumimoji="1" lang="en-US" altLang="ja-JP" b="0" i="1" smtClean="0">
                                    <a:latin typeface="Cambria Math" panose="02040503050406030204" pitchFamily="18" charset="0"/>
                                  </a:rPr>
                                  <m:t>𝑚𝑝𝑐</m:t>
                                </m:r>
                              </m:sub>
                            </m:sSub>
                          </m:oMath>
                        </m:oMathPara>
                      </a14:m>
                      <a:endParaRPr kumimoji="1" lang="ja-JP" altLang="en-US"/>
                    </a:p>
                  </p:txBody>
                </p:sp>
              </mc:Choice>
              <mc:Fallback xmlns="">
                <p:sp>
                  <p:nvSpPr>
                    <p:cNvPr id="33" name="テキスト ボックス 32">
                      <a:extLst>
                        <a:ext uri="{FF2B5EF4-FFF2-40B4-BE49-F238E27FC236}">
                          <a16:creationId xmlns:a16="http://schemas.microsoft.com/office/drawing/2014/main" id="{DF80E100-C5AF-8E0E-0A05-67E3AE962492}"/>
                        </a:ext>
                      </a:extLst>
                    </p:cNvPr>
                    <p:cNvSpPr txBox="1">
                      <a:spLocks noRot="1" noChangeAspect="1" noMove="1" noResize="1" noEditPoints="1" noAdjustHandles="1" noChangeArrowheads="1" noChangeShapeType="1" noTextEdit="1"/>
                    </p:cNvSpPr>
                    <p:nvPr/>
                  </p:nvSpPr>
                  <p:spPr>
                    <a:xfrm>
                      <a:off x="8381703" y="3586482"/>
                      <a:ext cx="561500" cy="298415"/>
                    </a:xfrm>
                    <a:prstGeom prst="rect">
                      <a:avLst/>
                    </a:prstGeom>
                    <a:blipFill>
                      <a:blip r:embed="rId9"/>
                      <a:stretch>
                        <a:fillRect l="-4444" r="-2222" b="-16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0601B682-AA34-2309-B1B9-3365FBCB14FD}"/>
                        </a:ext>
                      </a:extLst>
                    </p:cNvPr>
                    <p:cNvSpPr txBox="1"/>
                    <p:nvPr/>
                  </p:nvSpPr>
                  <p:spPr>
                    <a:xfrm>
                      <a:off x="11490686" y="3656368"/>
                      <a:ext cx="22172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𝐺</m:t>
                            </m:r>
                          </m:oMath>
                        </m:oMathPara>
                      </a14:m>
                      <a:endParaRPr kumimoji="1" lang="ja-JP" altLang="en-US"/>
                    </a:p>
                  </p:txBody>
                </p:sp>
              </mc:Choice>
              <mc:Fallback xmlns="">
                <p:sp>
                  <p:nvSpPr>
                    <p:cNvPr id="34" name="テキスト ボックス 33">
                      <a:extLst>
                        <a:ext uri="{FF2B5EF4-FFF2-40B4-BE49-F238E27FC236}">
                          <a16:creationId xmlns:a16="http://schemas.microsoft.com/office/drawing/2014/main" id="{0601B682-AA34-2309-B1B9-3365FBCB14FD}"/>
                        </a:ext>
                      </a:extLst>
                    </p:cNvPr>
                    <p:cNvSpPr txBox="1">
                      <a:spLocks noRot="1" noChangeAspect="1" noMove="1" noResize="1" noEditPoints="1" noAdjustHandles="1" noChangeArrowheads="1" noChangeShapeType="1" noTextEdit="1"/>
                    </p:cNvSpPr>
                    <p:nvPr/>
                  </p:nvSpPr>
                  <p:spPr>
                    <a:xfrm>
                      <a:off x="11490686" y="3656368"/>
                      <a:ext cx="221727" cy="276999"/>
                    </a:xfrm>
                    <a:prstGeom prst="rect">
                      <a:avLst/>
                    </a:prstGeom>
                    <a:blipFill>
                      <a:blip r:embed="rId10"/>
                      <a:stretch>
                        <a:fillRect l="-22222" r="-16667" b="-8696"/>
                      </a:stretch>
                    </a:blipFill>
                  </p:spPr>
                  <p:txBody>
                    <a:bodyPr/>
                    <a:lstStyle/>
                    <a:p>
                      <a:r>
                        <a:rPr lang="ja-JP" altLang="en-US">
                          <a:noFill/>
                        </a:rPr>
                        <a:t> </a:t>
                      </a:r>
                    </a:p>
                  </p:txBody>
                </p:sp>
              </mc:Fallback>
            </mc:AlternateContent>
            <p:cxnSp>
              <p:nvCxnSpPr>
                <p:cNvPr id="35" name="カギ線コネクタ 34">
                  <a:extLst>
                    <a:ext uri="{FF2B5EF4-FFF2-40B4-BE49-F238E27FC236}">
                      <a16:creationId xmlns:a16="http://schemas.microsoft.com/office/drawing/2014/main" id="{7240ACBB-94F6-041B-55FC-30FB6FE7B6CB}"/>
                    </a:ext>
                  </a:extLst>
                </p:cNvPr>
                <p:cNvCxnSpPr/>
                <p:nvPr/>
              </p:nvCxnSpPr>
              <p:spPr>
                <a:xfrm rot="10800000">
                  <a:off x="2244780" y="4522090"/>
                  <a:ext cx="2993900" cy="916761"/>
                </a:xfrm>
                <a:prstGeom prst="bentConnector3">
                  <a:avLst>
                    <a:gd name="adj1" fmla="val 115337"/>
                  </a:avLst>
                </a:prstGeom>
                <a:ln>
                  <a:tailEnd type="triangle"/>
                </a:ln>
              </p:spPr>
              <p:style>
                <a:lnRef idx="2">
                  <a:schemeClr val="dk1"/>
                </a:lnRef>
                <a:fillRef idx="0">
                  <a:schemeClr val="dk1"/>
                </a:fillRef>
                <a:effectRef idx="1">
                  <a:schemeClr val="dk1"/>
                </a:effectRef>
                <a:fontRef idx="minor">
                  <a:schemeClr val="tx1"/>
                </a:fontRef>
              </p:style>
            </p:cxnSp>
            <p:cxnSp>
              <p:nvCxnSpPr>
                <p:cNvPr id="36" name="直線矢印コネクタ 35">
                  <a:extLst>
                    <a:ext uri="{FF2B5EF4-FFF2-40B4-BE49-F238E27FC236}">
                      <a16:creationId xmlns:a16="http://schemas.microsoft.com/office/drawing/2014/main" id="{93A409DF-4AB9-47E1-26DC-007822F7C9A1}"/>
                    </a:ext>
                  </a:extLst>
                </p:cNvPr>
                <p:cNvCxnSpPr/>
                <p:nvPr/>
              </p:nvCxnSpPr>
              <p:spPr>
                <a:xfrm>
                  <a:off x="10126767" y="1296365"/>
                  <a:ext cx="0" cy="22515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直線矢印コネクタ 36">
                  <a:extLst>
                    <a:ext uri="{FF2B5EF4-FFF2-40B4-BE49-F238E27FC236}">
                      <a16:creationId xmlns:a16="http://schemas.microsoft.com/office/drawing/2014/main" id="{D6E16A70-C23F-9261-3194-139D7EC5DDBC}"/>
                    </a:ext>
                  </a:extLst>
                </p:cNvPr>
                <p:cNvCxnSpPr>
                  <a:endCxn id="25" idx="3"/>
                </p:cNvCxnSpPr>
                <p:nvPr/>
              </p:nvCxnSpPr>
              <p:spPr>
                <a:xfrm flipH="1">
                  <a:off x="6665170" y="2298932"/>
                  <a:ext cx="346159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円/楕円 37">
                  <a:extLst>
                    <a:ext uri="{FF2B5EF4-FFF2-40B4-BE49-F238E27FC236}">
                      <a16:creationId xmlns:a16="http://schemas.microsoft.com/office/drawing/2014/main" id="{E7459E71-6B15-73E0-D38B-B15414D6226D}"/>
                    </a:ext>
                  </a:extLst>
                </p:cNvPr>
                <p:cNvSpPr/>
                <p:nvPr/>
              </p:nvSpPr>
              <p:spPr>
                <a:xfrm>
                  <a:off x="10090768" y="2262931"/>
                  <a:ext cx="72000" cy="7200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39" name="カギ線コネクタ 38">
                  <a:extLst>
                    <a:ext uri="{FF2B5EF4-FFF2-40B4-BE49-F238E27FC236}">
                      <a16:creationId xmlns:a16="http://schemas.microsoft.com/office/drawing/2014/main" id="{080572E4-D6EF-9ABA-6F57-E1438F2CE662}"/>
                    </a:ext>
                  </a:extLst>
                </p:cNvPr>
                <p:cNvCxnSpPr>
                  <a:cxnSpLocks/>
                </p:cNvCxnSpPr>
                <p:nvPr/>
              </p:nvCxnSpPr>
              <p:spPr>
                <a:xfrm rot="10800000" flipH="1" flipV="1">
                  <a:off x="4712321" y="2398933"/>
                  <a:ext cx="526358" cy="3471948"/>
                </a:xfrm>
                <a:prstGeom prst="bentConnector4">
                  <a:avLst>
                    <a:gd name="adj1" fmla="val -618644"/>
                    <a:gd name="adj2" fmla="val 100062"/>
                  </a:avLst>
                </a:prstGeom>
                <a:ln>
                  <a:tailEnd type="triangle"/>
                </a:ln>
              </p:spPr>
              <p:style>
                <a:lnRef idx="2">
                  <a:schemeClr val="dk1"/>
                </a:lnRef>
                <a:fillRef idx="0">
                  <a:schemeClr val="dk1"/>
                </a:fillRef>
                <a:effectRef idx="1">
                  <a:schemeClr val="dk1"/>
                </a:effectRef>
                <a:fontRef idx="minor">
                  <a:schemeClr val="tx1"/>
                </a:fontRef>
              </p:style>
            </p:cxnSp>
            <p:cxnSp>
              <p:nvCxnSpPr>
                <p:cNvPr id="40" name="直線矢印コネクタ 39">
                  <a:extLst>
                    <a:ext uri="{FF2B5EF4-FFF2-40B4-BE49-F238E27FC236}">
                      <a16:creationId xmlns:a16="http://schemas.microsoft.com/office/drawing/2014/main" id="{F4698661-56F8-0B7A-BDFE-34E66376FE41}"/>
                    </a:ext>
                  </a:extLst>
                </p:cNvPr>
                <p:cNvCxnSpPr/>
                <p:nvPr/>
              </p:nvCxnSpPr>
              <p:spPr>
                <a:xfrm>
                  <a:off x="1453480" y="4076528"/>
                  <a:ext cx="79129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1" name="直線矢印コネクタ 40">
                  <a:extLst>
                    <a:ext uri="{FF2B5EF4-FFF2-40B4-BE49-F238E27FC236}">
                      <a16:creationId xmlns:a16="http://schemas.microsoft.com/office/drawing/2014/main" id="{8B67CF56-C791-6AC6-B07D-7A2F81D18C0A}"/>
                    </a:ext>
                  </a:extLst>
                </p:cNvPr>
                <p:cNvCxnSpPr>
                  <a:stCxn id="24" idx="3"/>
                </p:cNvCxnSpPr>
                <p:nvPr/>
              </p:nvCxnSpPr>
              <p:spPr>
                <a:xfrm>
                  <a:off x="11224459" y="3933367"/>
                  <a:ext cx="75418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 name="直線矢印コネクタ 41">
                  <a:extLst>
                    <a:ext uri="{FF2B5EF4-FFF2-40B4-BE49-F238E27FC236}">
                      <a16:creationId xmlns:a16="http://schemas.microsoft.com/office/drawing/2014/main" id="{9C6A71AD-4A07-9694-67BD-C738C6A619AE}"/>
                    </a:ext>
                  </a:extLst>
                </p:cNvPr>
                <p:cNvCxnSpPr/>
                <p:nvPr/>
              </p:nvCxnSpPr>
              <p:spPr>
                <a:xfrm>
                  <a:off x="666370" y="3614840"/>
                  <a:ext cx="157421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3" name="テキスト ボックス 42">
                      <a:extLst>
                        <a:ext uri="{FF2B5EF4-FFF2-40B4-BE49-F238E27FC236}">
                          <a16:creationId xmlns:a16="http://schemas.microsoft.com/office/drawing/2014/main" id="{271074BB-5BA5-35AE-C09C-069887E2FF41}"/>
                        </a:ext>
                      </a:extLst>
                    </p:cNvPr>
                    <p:cNvSpPr txBox="1"/>
                    <p:nvPr/>
                  </p:nvSpPr>
                  <p:spPr>
                    <a:xfrm>
                      <a:off x="4956521" y="5166843"/>
                      <a:ext cx="17793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ja-JP" b="0" i="1" smtClean="0">
                                <a:latin typeface="Cambria Math" panose="02040503050406030204" pitchFamily="18" charset="0"/>
                              </a:rPr>
                              <m:t>x</m:t>
                            </m:r>
                            <m:r>
                              <a:rPr kumimoji="1" lang="en-US" altLang="ja-JP" b="0" i="1" smtClean="0">
                                <a:latin typeface="Cambria Math" panose="02040503050406030204" pitchFamily="18" charset="0"/>
                              </a:rPr>
                              <m:t>̂</m:t>
                            </m:r>
                          </m:oMath>
                        </m:oMathPara>
                      </a14:m>
                      <a:endParaRPr kumimoji="1" lang="ja-JP" altLang="en-US"/>
                    </a:p>
                  </p:txBody>
                </p:sp>
              </mc:Choice>
              <mc:Fallback xmlns="">
                <p:sp>
                  <p:nvSpPr>
                    <p:cNvPr id="43" name="テキスト ボックス 42">
                      <a:extLst>
                        <a:ext uri="{FF2B5EF4-FFF2-40B4-BE49-F238E27FC236}">
                          <a16:creationId xmlns:a16="http://schemas.microsoft.com/office/drawing/2014/main" id="{271074BB-5BA5-35AE-C09C-069887E2FF41}"/>
                        </a:ext>
                      </a:extLst>
                    </p:cNvPr>
                    <p:cNvSpPr txBox="1">
                      <a:spLocks noRot="1" noChangeAspect="1" noMove="1" noResize="1" noEditPoints="1" noAdjustHandles="1" noChangeArrowheads="1" noChangeShapeType="1" noTextEdit="1"/>
                    </p:cNvSpPr>
                    <p:nvPr/>
                  </p:nvSpPr>
                  <p:spPr>
                    <a:xfrm>
                      <a:off x="4956521" y="5166843"/>
                      <a:ext cx="177933" cy="276999"/>
                    </a:xfrm>
                    <a:prstGeom prst="rect">
                      <a:avLst/>
                    </a:prstGeom>
                    <a:blipFill>
                      <a:blip r:embed="rId11"/>
                      <a:stretch>
                        <a:fillRect l="-33333" r="-20000" b="-869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4" name="テキスト ボックス 43">
                      <a:extLst>
                        <a:ext uri="{FF2B5EF4-FFF2-40B4-BE49-F238E27FC236}">
                          <a16:creationId xmlns:a16="http://schemas.microsoft.com/office/drawing/2014/main" id="{2FB85A9F-8801-B5D7-8938-A23C403B926F}"/>
                        </a:ext>
                      </a:extLst>
                    </p:cNvPr>
                    <p:cNvSpPr txBox="1"/>
                    <p:nvPr/>
                  </p:nvSpPr>
                  <p:spPr>
                    <a:xfrm>
                      <a:off x="717023" y="3237572"/>
                      <a:ext cx="501035" cy="2992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𝐺</m:t>
                                </m:r>
                              </m:e>
                              <m:sub>
                                <m:r>
                                  <a:rPr kumimoji="1" lang="en-US" altLang="ja-JP" b="0" i="1" smtClean="0">
                                    <a:latin typeface="Cambria Math" panose="02040503050406030204" pitchFamily="18" charset="0"/>
                                  </a:rPr>
                                  <m:t>𝑟𝑒𝑓</m:t>
                                </m:r>
                              </m:sub>
                            </m:sSub>
                          </m:oMath>
                        </m:oMathPara>
                      </a14:m>
                      <a:endParaRPr kumimoji="1" lang="ja-JP" altLang="en-US"/>
                    </a:p>
                  </p:txBody>
                </p:sp>
              </mc:Choice>
              <mc:Fallback xmlns="">
                <p:sp>
                  <p:nvSpPr>
                    <p:cNvPr id="44" name="テキスト ボックス 43">
                      <a:extLst>
                        <a:ext uri="{FF2B5EF4-FFF2-40B4-BE49-F238E27FC236}">
                          <a16:creationId xmlns:a16="http://schemas.microsoft.com/office/drawing/2014/main" id="{2FB85A9F-8801-B5D7-8938-A23C403B926F}"/>
                        </a:ext>
                      </a:extLst>
                    </p:cNvPr>
                    <p:cNvSpPr txBox="1">
                      <a:spLocks noRot="1" noChangeAspect="1" noMove="1" noResize="1" noEditPoints="1" noAdjustHandles="1" noChangeArrowheads="1" noChangeShapeType="1" noTextEdit="1"/>
                    </p:cNvSpPr>
                    <p:nvPr/>
                  </p:nvSpPr>
                  <p:spPr>
                    <a:xfrm>
                      <a:off x="717023" y="3237572"/>
                      <a:ext cx="501035" cy="299249"/>
                    </a:xfrm>
                    <a:prstGeom prst="rect">
                      <a:avLst/>
                    </a:prstGeom>
                    <a:blipFill>
                      <a:blip r:embed="rId12"/>
                      <a:stretch>
                        <a:fillRect l="-10000" r="-5000" b="-25000"/>
                      </a:stretch>
                    </a:blipFill>
                  </p:spPr>
                  <p:txBody>
                    <a:bodyPr/>
                    <a:lstStyle/>
                    <a:p>
                      <a:r>
                        <a:rPr lang="ja-JP" altLang="en-US">
                          <a:noFill/>
                        </a:rPr>
                        <a:t> </a:t>
                      </a:r>
                    </a:p>
                  </p:txBody>
                </p:sp>
              </mc:Fallback>
            </mc:AlternateContent>
          </p:grpSp>
        </p:grpSp>
        <p:sp>
          <p:nvSpPr>
            <p:cNvPr id="53" name="角丸四角形 52">
              <a:extLst>
                <a:ext uri="{FF2B5EF4-FFF2-40B4-BE49-F238E27FC236}">
                  <a16:creationId xmlns:a16="http://schemas.microsoft.com/office/drawing/2014/main" id="{668605BC-1486-19E7-0A15-9427259D9092}"/>
                </a:ext>
              </a:extLst>
            </p:cNvPr>
            <p:cNvSpPr/>
            <p:nvPr/>
          </p:nvSpPr>
          <p:spPr>
            <a:xfrm>
              <a:off x="22317528" y="7362413"/>
              <a:ext cx="2275368" cy="956930"/>
            </a:xfrm>
            <a:prstGeom prst="roundRect">
              <a:avLst/>
            </a:prstGeom>
            <a:noFill/>
            <a:ln w="603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5" name="正方形/長方形 94">
            <a:extLst>
              <a:ext uri="{FF2B5EF4-FFF2-40B4-BE49-F238E27FC236}">
                <a16:creationId xmlns:a16="http://schemas.microsoft.com/office/drawing/2014/main" id="{1165A60C-9357-D476-021C-E04828F07CD3}"/>
              </a:ext>
            </a:extLst>
          </p:cNvPr>
          <p:cNvSpPr>
            <a:spLocks/>
          </p:cNvSpPr>
          <p:nvPr/>
        </p:nvSpPr>
        <p:spPr>
          <a:xfrm>
            <a:off x="436645" y="8835729"/>
            <a:ext cx="29340000" cy="8573811"/>
          </a:xfrm>
          <a:prstGeom prst="rect">
            <a:avLst/>
          </a:prstGeom>
          <a:solidFill>
            <a:schemeClr val="bg1"/>
          </a:solidFill>
          <a:ln w="127000">
            <a:solidFill>
              <a:schemeClr val="tx2"/>
            </a:solidFill>
            <a:extLst>
              <a:ext uri="{C807C97D-BFC1-408E-A445-0C87EB9F89A2}">
                <ask:lineSketchStyleProps xmlns:ask="http://schemas.microsoft.com/office/drawing/2018/sketchyshapes" sd="981765707">
                  <a:custGeom>
                    <a:avLst/>
                    <a:gdLst>
                      <a:gd name="connsiteX0" fmla="*/ 0 w 27965400"/>
                      <a:gd name="connsiteY0" fmla="*/ 0 h 5715000"/>
                      <a:gd name="connsiteX1" fmla="*/ 27965400 w 27965400"/>
                      <a:gd name="connsiteY1" fmla="*/ 0 h 5715000"/>
                      <a:gd name="connsiteX2" fmla="*/ 27965400 w 27965400"/>
                      <a:gd name="connsiteY2" fmla="*/ 5715000 h 5715000"/>
                      <a:gd name="connsiteX3" fmla="*/ 0 w 27965400"/>
                      <a:gd name="connsiteY3" fmla="*/ 5715000 h 5715000"/>
                      <a:gd name="connsiteX4" fmla="*/ 0 w 27965400"/>
                      <a:gd name="connsiteY4" fmla="*/ 0 h 571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65400" h="5715000" fill="none" extrusionOk="0">
                        <a:moveTo>
                          <a:pt x="0" y="0"/>
                        </a:moveTo>
                        <a:cubicBezTo>
                          <a:pt x="12822961" y="-33775"/>
                          <a:pt x="23266028" y="138873"/>
                          <a:pt x="27965400" y="0"/>
                        </a:cubicBezTo>
                        <a:cubicBezTo>
                          <a:pt x="27891629" y="1430944"/>
                          <a:pt x="27809517" y="3154282"/>
                          <a:pt x="27965400" y="5715000"/>
                        </a:cubicBezTo>
                        <a:cubicBezTo>
                          <a:pt x="16913084" y="5577670"/>
                          <a:pt x="9222407" y="5577144"/>
                          <a:pt x="0" y="5715000"/>
                        </a:cubicBezTo>
                        <a:cubicBezTo>
                          <a:pt x="152408" y="3190664"/>
                          <a:pt x="73868" y="1414017"/>
                          <a:pt x="0" y="0"/>
                        </a:cubicBezTo>
                        <a:close/>
                      </a:path>
                      <a:path w="27965400" h="5715000" stroke="0" extrusionOk="0">
                        <a:moveTo>
                          <a:pt x="0" y="0"/>
                        </a:moveTo>
                        <a:cubicBezTo>
                          <a:pt x="6780586" y="-101487"/>
                          <a:pt x="18516925" y="-162162"/>
                          <a:pt x="27965400" y="0"/>
                        </a:cubicBezTo>
                        <a:cubicBezTo>
                          <a:pt x="28026113" y="2805299"/>
                          <a:pt x="27904328" y="3460224"/>
                          <a:pt x="27965400" y="5715000"/>
                        </a:cubicBezTo>
                        <a:cubicBezTo>
                          <a:pt x="19875670" y="5765065"/>
                          <a:pt x="9433509" y="5556551"/>
                          <a:pt x="0" y="5715000"/>
                        </a:cubicBezTo>
                        <a:cubicBezTo>
                          <a:pt x="-24452" y="3845266"/>
                          <a:pt x="-67663" y="2490616"/>
                          <a:pt x="0" y="0"/>
                        </a:cubicBezTo>
                        <a:close/>
                      </a:path>
                    </a:pathLst>
                  </a:custGeom>
                  <ask:type>
                    <ask:lineSketchNon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p>
        </p:txBody>
      </p:sp>
      <p:sp>
        <p:nvSpPr>
          <p:cNvPr id="101" name="テキスト ボックス 100">
            <a:extLst>
              <a:ext uri="{FF2B5EF4-FFF2-40B4-BE49-F238E27FC236}">
                <a16:creationId xmlns:a16="http://schemas.microsoft.com/office/drawing/2014/main" id="{31ABE525-32CD-E19C-B238-20CAB5D99340}"/>
              </a:ext>
            </a:extLst>
          </p:cNvPr>
          <p:cNvSpPr txBox="1">
            <a:spLocks/>
          </p:cNvSpPr>
          <p:nvPr/>
        </p:nvSpPr>
        <p:spPr>
          <a:xfrm>
            <a:off x="985651" y="9014822"/>
            <a:ext cx="5550323" cy="769441"/>
          </a:xfrm>
          <a:prstGeom prst="rect">
            <a:avLst/>
          </a:prstGeom>
          <a:solidFill>
            <a:schemeClr val="bg1"/>
          </a:solidFill>
        </p:spPr>
        <p:txBody>
          <a:bodyPr wrap="square" rtlCol="0">
            <a:spAutoFit/>
          </a:bodyPr>
          <a:lstStyle/>
          <a:p>
            <a:r>
              <a:rPr lang="ja-JP" altLang="en-US" sz="4400" b="1">
                <a:solidFill>
                  <a:schemeClr val="tx2">
                    <a:lumMod val="90000"/>
                    <a:lumOff val="10000"/>
                  </a:schemeClr>
                </a:solidFill>
                <a:latin typeface="メイリオ" panose="020B0604030504040204" pitchFamily="50" charset="-128"/>
                <a:ea typeface="メイリオ" panose="020B0604030504040204" pitchFamily="50" charset="-128"/>
              </a:rPr>
              <a:t>パラメータ推定まで</a:t>
            </a:r>
            <a:endParaRPr kumimoji="1" lang="ja-JP" altLang="en-US" sz="4400" b="1" dirty="0">
              <a:solidFill>
                <a:schemeClr val="tx2">
                  <a:lumMod val="90000"/>
                  <a:lumOff val="10000"/>
                </a:schemeClr>
              </a:solidFill>
              <a:latin typeface="メイリオ" panose="020B0604030504040204" pitchFamily="50" charset="-128"/>
              <a:ea typeface="メイリオ" panose="020B0604030504040204" pitchFamily="50" charset="-128"/>
            </a:endParaRPr>
          </a:p>
        </p:txBody>
      </p:sp>
      <p:grpSp>
        <p:nvGrpSpPr>
          <p:cNvPr id="73" name="Group 407">
            <a:extLst>
              <a:ext uri="{FF2B5EF4-FFF2-40B4-BE49-F238E27FC236}">
                <a16:creationId xmlns:a16="http://schemas.microsoft.com/office/drawing/2014/main" id="{EA8F5996-9C0A-33FD-C573-CAB506693B02}"/>
              </a:ext>
            </a:extLst>
          </p:cNvPr>
          <p:cNvGrpSpPr/>
          <p:nvPr/>
        </p:nvGrpSpPr>
        <p:grpSpPr>
          <a:xfrm>
            <a:off x="24059383" y="9680997"/>
            <a:ext cx="5339552" cy="3468849"/>
            <a:chOff x="492246" y="2763288"/>
            <a:chExt cx="6971214" cy="3735506"/>
          </a:xfrm>
        </p:grpSpPr>
        <p:grpSp>
          <p:nvGrpSpPr>
            <p:cNvPr id="74" name="グループ化 91">
              <a:extLst>
                <a:ext uri="{FF2B5EF4-FFF2-40B4-BE49-F238E27FC236}">
                  <a16:creationId xmlns:a16="http://schemas.microsoft.com/office/drawing/2014/main" id="{E5475270-4BC6-E888-3486-FFB8B5F946ED}"/>
                </a:ext>
              </a:extLst>
            </p:cNvPr>
            <p:cNvGrpSpPr/>
            <p:nvPr/>
          </p:nvGrpSpPr>
          <p:grpSpPr>
            <a:xfrm>
              <a:off x="1650590" y="2897727"/>
              <a:ext cx="2636019" cy="1235034"/>
              <a:chOff x="1074479" y="1180107"/>
              <a:chExt cx="2636019" cy="1235034"/>
            </a:xfrm>
          </p:grpSpPr>
          <p:sp>
            <p:nvSpPr>
              <p:cNvPr id="93" name="角丸四角形 28">
                <a:extLst>
                  <a:ext uri="{FF2B5EF4-FFF2-40B4-BE49-F238E27FC236}">
                    <a16:creationId xmlns:a16="http://schemas.microsoft.com/office/drawing/2014/main" id="{A99F0E0E-0B2B-4719-94B2-7FE7A46869A6}"/>
                  </a:ext>
                </a:extLst>
              </p:cNvPr>
              <p:cNvSpPr/>
              <p:nvPr/>
            </p:nvSpPr>
            <p:spPr>
              <a:xfrm>
                <a:off x="1074479" y="1180107"/>
                <a:ext cx="2163040" cy="1235034"/>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200"/>
              </a:p>
            </p:txBody>
          </p:sp>
          <p:sp>
            <p:nvSpPr>
              <p:cNvPr id="94" name="テキスト ボックス 93">
                <a:extLst>
                  <a:ext uri="{FF2B5EF4-FFF2-40B4-BE49-F238E27FC236}">
                    <a16:creationId xmlns:a16="http://schemas.microsoft.com/office/drawing/2014/main" id="{92FB0167-E022-42E5-4E6D-77140D1F1813}"/>
                  </a:ext>
                </a:extLst>
              </p:cNvPr>
              <p:cNvSpPr txBox="1"/>
              <p:nvPr/>
            </p:nvSpPr>
            <p:spPr>
              <a:xfrm>
                <a:off x="1216679" y="1218058"/>
                <a:ext cx="2493819" cy="551562"/>
              </a:xfrm>
              <a:prstGeom prst="rect">
                <a:avLst/>
              </a:prstGeom>
              <a:noFill/>
            </p:spPr>
            <p:txBody>
              <a:bodyPr wrap="square" rtlCol="0">
                <a:spAutoFit/>
              </a:bodyPr>
              <a:lstStyle/>
              <a:p>
                <a:r>
                  <a:rPr lang="en-US" altLang="ja-JP" sz="1600" b="1" dirty="0"/>
                  <a:t>Subject (UVA/Padova Model)</a:t>
                </a:r>
                <a:endParaRPr lang="ja-JP" altLang="en-US" sz="1600" b="1"/>
              </a:p>
            </p:txBody>
          </p:sp>
        </p:grpSp>
        <p:sp>
          <p:nvSpPr>
            <p:cNvPr id="75" name="テキスト ボックス 93">
              <a:extLst>
                <a:ext uri="{FF2B5EF4-FFF2-40B4-BE49-F238E27FC236}">
                  <a16:creationId xmlns:a16="http://schemas.microsoft.com/office/drawing/2014/main" id="{F83E27F6-AD73-CD0B-918A-16B41F7D1E84}"/>
                </a:ext>
              </a:extLst>
            </p:cNvPr>
            <p:cNvSpPr txBox="1"/>
            <p:nvPr/>
          </p:nvSpPr>
          <p:spPr>
            <a:xfrm>
              <a:off x="492246" y="3030598"/>
              <a:ext cx="676700" cy="319325"/>
            </a:xfrm>
            <a:prstGeom prst="rect">
              <a:avLst/>
            </a:prstGeom>
            <a:noFill/>
          </p:spPr>
          <p:txBody>
            <a:bodyPr wrap="none" rtlCol="0">
              <a:spAutoFit/>
            </a:bodyPr>
            <a:lstStyle/>
            <a:p>
              <a:r>
                <a:rPr lang="en-US" altLang="ja-JP" sz="1600" b="1" dirty="0"/>
                <a:t>Input</a:t>
              </a:r>
              <a:endParaRPr lang="ja-JP" altLang="en-US" sz="1600" b="1"/>
            </a:p>
          </p:txBody>
        </p:sp>
        <p:cxnSp>
          <p:nvCxnSpPr>
            <p:cNvPr id="76" name="直線矢印コネクタ 94">
              <a:extLst>
                <a:ext uri="{FF2B5EF4-FFF2-40B4-BE49-F238E27FC236}">
                  <a16:creationId xmlns:a16="http://schemas.microsoft.com/office/drawing/2014/main" id="{523BEA69-D7A3-7022-E735-83F21AC6B019}"/>
                </a:ext>
              </a:extLst>
            </p:cNvPr>
            <p:cNvCxnSpPr/>
            <p:nvPr/>
          </p:nvCxnSpPr>
          <p:spPr>
            <a:xfrm>
              <a:off x="567469" y="3492262"/>
              <a:ext cx="1083120" cy="0"/>
            </a:xfrm>
            <a:prstGeom prst="straightConnector1">
              <a:avLst/>
            </a:prstGeom>
            <a:ln w="381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7" name="直線矢印コネクタ 99">
              <a:extLst>
                <a:ext uri="{FF2B5EF4-FFF2-40B4-BE49-F238E27FC236}">
                  <a16:creationId xmlns:a16="http://schemas.microsoft.com/office/drawing/2014/main" id="{CB212F0B-CAAC-27D2-FAF7-FC4CDF7EF129}"/>
                </a:ext>
              </a:extLst>
            </p:cNvPr>
            <p:cNvCxnSpPr/>
            <p:nvPr/>
          </p:nvCxnSpPr>
          <p:spPr>
            <a:xfrm>
              <a:off x="4524347" y="3592324"/>
              <a:ext cx="0" cy="1557652"/>
            </a:xfrm>
            <a:prstGeom prst="straightConnector1">
              <a:avLst/>
            </a:prstGeom>
            <a:ln w="38100">
              <a:solidFill>
                <a:schemeClr val="tx1"/>
              </a:solidFill>
              <a:prstDash val="solid"/>
              <a:tailEnd type="triangle" w="lg" len="lg"/>
            </a:ln>
          </p:spPr>
          <p:style>
            <a:lnRef idx="2">
              <a:schemeClr val="accent1"/>
            </a:lnRef>
            <a:fillRef idx="0">
              <a:schemeClr val="accent1"/>
            </a:fillRef>
            <a:effectRef idx="1">
              <a:schemeClr val="accent1"/>
            </a:effectRef>
            <a:fontRef idx="minor">
              <a:schemeClr val="tx1"/>
            </a:fontRef>
          </p:style>
        </p:cxnSp>
        <p:cxnSp>
          <p:nvCxnSpPr>
            <p:cNvPr id="78" name="直線矢印コネクタ 103">
              <a:extLst>
                <a:ext uri="{FF2B5EF4-FFF2-40B4-BE49-F238E27FC236}">
                  <a16:creationId xmlns:a16="http://schemas.microsoft.com/office/drawing/2014/main" id="{5BAD44D2-11EA-E83C-2238-4D70B8B2784B}"/>
                </a:ext>
              </a:extLst>
            </p:cNvPr>
            <p:cNvCxnSpPr/>
            <p:nvPr/>
          </p:nvCxnSpPr>
          <p:spPr>
            <a:xfrm>
              <a:off x="3813630" y="3499881"/>
              <a:ext cx="1223164" cy="0"/>
            </a:xfrm>
            <a:prstGeom prst="straightConnector1">
              <a:avLst/>
            </a:prstGeom>
            <a:ln w="381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9" name="円/楕円 111">
              <a:extLst>
                <a:ext uri="{FF2B5EF4-FFF2-40B4-BE49-F238E27FC236}">
                  <a16:creationId xmlns:a16="http://schemas.microsoft.com/office/drawing/2014/main" id="{67F52A42-B5B4-A488-FE91-88868C14007D}"/>
                </a:ext>
              </a:extLst>
            </p:cNvPr>
            <p:cNvSpPr/>
            <p:nvPr/>
          </p:nvSpPr>
          <p:spPr>
            <a:xfrm>
              <a:off x="4447267" y="3422801"/>
              <a:ext cx="154161" cy="154161"/>
            </a:xfrm>
            <a:prstGeom prst="ellipse">
              <a:avLst/>
            </a:prstGeom>
            <a:solidFill>
              <a:schemeClr val="tx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200"/>
            </a:p>
          </p:txBody>
        </p:sp>
        <p:cxnSp>
          <p:nvCxnSpPr>
            <p:cNvPr id="80" name="直線矢印コネクタ 130">
              <a:extLst>
                <a:ext uri="{FF2B5EF4-FFF2-40B4-BE49-F238E27FC236}">
                  <a16:creationId xmlns:a16="http://schemas.microsoft.com/office/drawing/2014/main" id="{E2BD17BF-2FF4-FB0E-75A1-DD829A3E3F1F}"/>
                </a:ext>
              </a:extLst>
            </p:cNvPr>
            <p:cNvCxnSpPr>
              <a:stCxn id="84" idx="2"/>
            </p:cNvCxnSpPr>
            <p:nvPr/>
          </p:nvCxnSpPr>
          <p:spPr>
            <a:xfrm>
              <a:off x="5966722" y="4589678"/>
              <a:ext cx="4143" cy="580889"/>
            </a:xfrm>
            <a:prstGeom prst="straightConnector1">
              <a:avLst/>
            </a:prstGeom>
            <a:ln w="38100">
              <a:solidFill>
                <a:schemeClr val="tx1"/>
              </a:solidFill>
              <a:prstDash val="solid"/>
              <a:tailEnd type="triangle" w="lg" len="lg"/>
            </a:ln>
          </p:spPr>
          <p:style>
            <a:lnRef idx="2">
              <a:schemeClr val="accent1"/>
            </a:lnRef>
            <a:fillRef idx="0">
              <a:schemeClr val="accent1"/>
            </a:fillRef>
            <a:effectRef idx="1">
              <a:schemeClr val="accent1"/>
            </a:effectRef>
            <a:fontRef idx="minor">
              <a:schemeClr val="tx1"/>
            </a:fontRef>
          </p:style>
        </p:cxnSp>
        <p:grpSp>
          <p:nvGrpSpPr>
            <p:cNvPr id="81" name="グループ化 138">
              <a:extLst>
                <a:ext uri="{FF2B5EF4-FFF2-40B4-BE49-F238E27FC236}">
                  <a16:creationId xmlns:a16="http://schemas.microsoft.com/office/drawing/2014/main" id="{B632445E-99BE-2922-2263-3C959B9B2F79}"/>
                </a:ext>
              </a:extLst>
            </p:cNvPr>
            <p:cNvGrpSpPr/>
            <p:nvPr/>
          </p:nvGrpSpPr>
          <p:grpSpPr>
            <a:xfrm>
              <a:off x="3343067" y="5189686"/>
              <a:ext cx="3611630" cy="1309108"/>
              <a:chOff x="4289083" y="8237024"/>
              <a:chExt cx="3611630" cy="1309108"/>
            </a:xfrm>
          </p:grpSpPr>
          <p:grpSp>
            <p:nvGrpSpPr>
              <p:cNvPr id="88" name="グループ化 139">
                <a:extLst>
                  <a:ext uri="{FF2B5EF4-FFF2-40B4-BE49-F238E27FC236}">
                    <a16:creationId xmlns:a16="http://schemas.microsoft.com/office/drawing/2014/main" id="{4E81C779-A14A-8E96-3B30-591CC666BA08}"/>
                  </a:ext>
                </a:extLst>
              </p:cNvPr>
              <p:cNvGrpSpPr/>
              <p:nvPr/>
            </p:nvGrpSpPr>
            <p:grpSpPr>
              <a:xfrm>
                <a:off x="4289083" y="8237024"/>
                <a:ext cx="3611630" cy="1309108"/>
                <a:chOff x="4289083" y="8260008"/>
                <a:chExt cx="3611630" cy="1309108"/>
              </a:xfrm>
            </p:grpSpPr>
            <p:sp>
              <p:nvSpPr>
                <p:cNvPr id="90" name="角丸四角形 141">
                  <a:extLst>
                    <a:ext uri="{FF2B5EF4-FFF2-40B4-BE49-F238E27FC236}">
                      <a16:creationId xmlns:a16="http://schemas.microsoft.com/office/drawing/2014/main" id="{F88A7DC7-9541-1750-A2F0-53448EA3E71B}"/>
                    </a:ext>
                  </a:extLst>
                </p:cNvPr>
                <p:cNvSpPr/>
                <p:nvPr/>
              </p:nvSpPr>
              <p:spPr>
                <a:xfrm>
                  <a:off x="4289083" y="8260008"/>
                  <a:ext cx="3490927" cy="1309108"/>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200"/>
                </a:p>
              </p:txBody>
            </p:sp>
            <p:sp>
              <p:nvSpPr>
                <p:cNvPr id="91" name="テキスト ボックス 142">
                  <a:extLst>
                    <a:ext uri="{FF2B5EF4-FFF2-40B4-BE49-F238E27FC236}">
                      <a16:creationId xmlns:a16="http://schemas.microsoft.com/office/drawing/2014/main" id="{39A1B983-7A83-2BD8-07A4-BA11755EC1FB}"/>
                    </a:ext>
                  </a:extLst>
                </p:cNvPr>
                <p:cNvSpPr txBox="1"/>
                <p:nvPr/>
              </p:nvSpPr>
              <p:spPr>
                <a:xfrm>
                  <a:off x="4473674" y="8294099"/>
                  <a:ext cx="3427039" cy="319325"/>
                </a:xfrm>
                <a:prstGeom prst="rect">
                  <a:avLst/>
                </a:prstGeom>
                <a:noFill/>
              </p:spPr>
              <p:txBody>
                <a:bodyPr wrap="square" rtlCol="0">
                  <a:spAutoFit/>
                </a:bodyPr>
                <a:lstStyle/>
                <a:p>
                  <a:r>
                    <a:rPr lang="en-US" altLang="ja-JP" sz="1600" b="1" dirty="0"/>
                    <a:t>Parameter Estimation</a:t>
                  </a:r>
                  <a:endParaRPr lang="ja-JP" altLang="en-US" sz="1600" b="1"/>
                </a:p>
              </p:txBody>
            </p:sp>
            <p:sp>
              <p:nvSpPr>
                <p:cNvPr id="92" name="角丸四角形 143">
                  <a:extLst>
                    <a:ext uri="{FF2B5EF4-FFF2-40B4-BE49-F238E27FC236}">
                      <a16:creationId xmlns:a16="http://schemas.microsoft.com/office/drawing/2014/main" id="{14BA2FD9-486B-862A-0B3A-CCC3BE33AF03}"/>
                    </a:ext>
                  </a:extLst>
                </p:cNvPr>
                <p:cNvSpPr/>
                <p:nvPr/>
              </p:nvSpPr>
              <p:spPr>
                <a:xfrm>
                  <a:off x="4694198" y="8776287"/>
                  <a:ext cx="2718860" cy="659537"/>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200"/>
                </a:p>
              </p:txBody>
            </p:sp>
          </p:grpSp>
          <p:sp>
            <p:nvSpPr>
              <p:cNvPr id="89" name="テキスト ボックス 140">
                <a:extLst>
                  <a:ext uri="{FF2B5EF4-FFF2-40B4-BE49-F238E27FC236}">
                    <a16:creationId xmlns:a16="http://schemas.microsoft.com/office/drawing/2014/main" id="{3CDBFD8A-88A1-6461-B435-063AFEBB2662}"/>
                  </a:ext>
                </a:extLst>
              </p:cNvPr>
              <p:cNvSpPr txBox="1"/>
              <p:nvPr/>
            </p:nvSpPr>
            <p:spPr>
              <a:xfrm>
                <a:off x="5328057" y="8863648"/>
                <a:ext cx="1666516" cy="319325"/>
              </a:xfrm>
              <a:prstGeom prst="rect">
                <a:avLst/>
              </a:prstGeom>
              <a:noFill/>
            </p:spPr>
            <p:txBody>
              <a:bodyPr wrap="square" rtlCol="0">
                <a:spAutoFit/>
              </a:bodyPr>
              <a:lstStyle/>
              <a:p>
                <a:r>
                  <a:rPr lang="en-US" altLang="ja-JP" sz="1600" b="1" dirty="0"/>
                  <a:t>SSOGMM</a:t>
                </a:r>
                <a:endParaRPr lang="ja-JP" altLang="en-US" sz="1600" b="1"/>
              </a:p>
            </p:txBody>
          </p:sp>
        </p:grpSp>
        <p:cxnSp>
          <p:nvCxnSpPr>
            <p:cNvPr id="82" name="直線矢印コネクタ 144">
              <a:extLst>
                <a:ext uri="{FF2B5EF4-FFF2-40B4-BE49-F238E27FC236}">
                  <a16:creationId xmlns:a16="http://schemas.microsoft.com/office/drawing/2014/main" id="{DEFBA734-7591-F707-A1D2-10025BEF8B4A}"/>
                </a:ext>
              </a:extLst>
            </p:cNvPr>
            <p:cNvCxnSpPr/>
            <p:nvPr/>
          </p:nvCxnSpPr>
          <p:spPr>
            <a:xfrm>
              <a:off x="6833995" y="5844240"/>
              <a:ext cx="629465" cy="0"/>
            </a:xfrm>
            <a:prstGeom prst="straightConnector1">
              <a:avLst/>
            </a:prstGeom>
            <a:ln w="381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3" name="テキスト ボックス 145">
                  <a:extLst>
                    <a:ext uri="{FF2B5EF4-FFF2-40B4-BE49-F238E27FC236}">
                      <a16:creationId xmlns:a16="http://schemas.microsoft.com/office/drawing/2014/main" id="{DB26A18C-1A52-2FD2-5227-B28BC4798634}"/>
                    </a:ext>
                  </a:extLst>
                </p:cNvPr>
                <p:cNvSpPr txBox="1"/>
                <p:nvPr/>
              </p:nvSpPr>
              <p:spPr>
                <a:xfrm>
                  <a:off x="7061851" y="5446978"/>
                  <a:ext cx="253992" cy="2322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ja-JP" sz="1600" i="1">
                                <a:latin typeface="Cambria Math" panose="02040503050406030204" pitchFamily="18" charset="0"/>
                              </a:rPr>
                            </m:ctrlPr>
                          </m:sSupPr>
                          <m:e>
                            <m:r>
                              <a:rPr lang="en-US" altLang="ja-JP" sz="1600" i="1">
                                <a:latin typeface="Cambria Math" panose="02040503050406030204" pitchFamily="18" charset="0"/>
                              </a:rPr>
                              <m:t>𝜃</m:t>
                            </m:r>
                          </m:e>
                          <m:sup>
                            <m:r>
                              <a:rPr lang="en-US" altLang="ja-JP" sz="1600" i="1">
                                <a:latin typeface="Cambria Math" panose="02040503050406030204" pitchFamily="18" charset="0"/>
                              </a:rPr>
                              <m:t>∗</m:t>
                            </m:r>
                          </m:sup>
                        </m:sSup>
                      </m:oMath>
                    </m:oMathPara>
                  </a14:m>
                  <a:endParaRPr lang="ja-JP" altLang="en-US" sz="1600"/>
                </a:p>
              </p:txBody>
            </p:sp>
          </mc:Choice>
          <mc:Fallback xmlns="">
            <p:sp>
              <p:nvSpPr>
                <p:cNvPr id="20" name="テキスト ボックス 145">
                  <a:extLst>
                    <a:ext uri="{FF2B5EF4-FFF2-40B4-BE49-F238E27FC236}">
                      <a16:creationId xmlns:a16="http://schemas.microsoft.com/office/drawing/2014/main" id="{F3904DB0-02CE-39DD-9744-DD3D00569253}"/>
                    </a:ext>
                  </a:extLst>
                </p:cNvPr>
                <p:cNvSpPr txBox="1">
                  <a:spLocks noRot="1" noChangeAspect="1" noMove="1" noResize="1" noEditPoints="1" noAdjustHandles="1" noChangeArrowheads="1" noChangeShapeType="1" noTextEdit="1"/>
                </p:cNvSpPr>
                <p:nvPr/>
              </p:nvSpPr>
              <p:spPr>
                <a:xfrm>
                  <a:off x="7061851" y="5446978"/>
                  <a:ext cx="253992" cy="232236"/>
                </a:xfrm>
                <a:prstGeom prst="rect">
                  <a:avLst/>
                </a:prstGeom>
                <a:blipFill>
                  <a:blip r:embed="rId18"/>
                  <a:stretch>
                    <a:fillRect l="-40000" r="-26667" b="-22222"/>
                  </a:stretch>
                </a:blipFill>
              </p:spPr>
              <p:txBody>
                <a:bodyPr/>
                <a:lstStyle/>
                <a:p>
                  <a:r>
                    <a:rPr lang="ja-JP" altLang="en-US">
                      <a:noFill/>
                    </a:rPr>
                    <a:t> </a:t>
                  </a:r>
                </a:p>
              </p:txBody>
            </p:sp>
          </mc:Fallback>
        </mc:AlternateContent>
        <p:sp>
          <p:nvSpPr>
            <p:cNvPr id="84" name="角丸四角形 168">
              <a:extLst>
                <a:ext uri="{FF2B5EF4-FFF2-40B4-BE49-F238E27FC236}">
                  <a16:creationId xmlns:a16="http://schemas.microsoft.com/office/drawing/2014/main" id="{B70AE3C7-7D1C-57B4-3352-A25BE2435F33}"/>
                </a:ext>
              </a:extLst>
            </p:cNvPr>
            <p:cNvSpPr/>
            <p:nvPr/>
          </p:nvSpPr>
          <p:spPr>
            <a:xfrm>
              <a:off x="5045235" y="2763288"/>
              <a:ext cx="1842973" cy="1826390"/>
            </a:xfrm>
            <a:prstGeom prst="roundRect">
              <a:avLst/>
            </a:prstGeom>
            <a:solidFill>
              <a:schemeClr val="bg1"/>
            </a:solid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200"/>
            </a:p>
          </p:txBody>
        </p:sp>
        <p:sp>
          <p:nvSpPr>
            <p:cNvPr id="85" name="テキスト ボックス 169">
              <a:extLst>
                <a:ext uri="{FF2B5EF4-FFF2-40B4-BE49-F238E27FC236}">
                  <a16:creationId xmlns:a16="http://schemas.microsoft.com/office/drawing/2014/main" id="{BC633504-64C9-4AC1-F1DF-2D45BA9482A8}"/>
                </a:ext>
              </a:extLst>
            </p:cNvPr>
            <p:cNvSpPr txBox="1"/>
            <p:nvPr/>
          </p:nvSpPr>
          <p:spPr>
            <a:xfrm>
              <a:off x="5193632" y="3199429"/>
              <a:ext cx="1897657" cy="609621"/>
            </a:xfrm>
            <a:prstGeom prst="rect">
              <a:avLst/>
            </a:prstGeom>
            <a:noFill/>
          </p:spPr>
          <p:txBody>
            <a:bodyPr wrap="square">
              <a:spAutoFit/>
            </a:bodyPr>
            <a:lstStyle/>
            <a:p>
              <a:r>
                <a:rPr lang="en-US" altLang="ja-JP" b="1" dirty="0"/>
                <a:t>Mode </a:t>
              </a:r>
              <a:br>
                <a:rPr lang="en-US" altLang="ja-JP" b="1" dirty="0"/>
              </a:br>
              <a:r>
                <a:rPr lang="en-US" altLang="ja-JP" b="1" dirty="0"/>
                <a:t>Estimator</a:t>
              </a:r>
              <a:endParaRPr lang="ja-JP" altLang="en-US"/>
            </a:p>
          </p:txBody>
        </p:sp>
        <p:sp>
          <p:nvSpPr>
            <p:cNvPr id="86" name="テキスト ボックス 93">
              <a:extLst>
                <a:ext uri="{FF2B5EF4-FFF2-40B4-BE49-F238E27FC236}">
                  <a16:creationId xmlns:a16="http://schemas.microsoft.com/office/drawing/2014/main" id="{7D0674CF-2BA3-5D9C-7014-88E811F49BE3}"/>
                </a:ext>
              </a:extLst>
            </p:cNvPr>
            <p:cNvSpPr txBox="1"/>
            <p:nvPr/>
          </p:nvSpPr>
          <p:spPr>
            <a:xfrm>
              <a:off x="3801038" y="3005609"/>
              <a:ext cx="949710" cy="319325"/>
            </a:xfrm>
            <a:prstGeom prst="rect">
              <a:avLst/>
            </a:prstGeom>
            <a:noFill/>
          </p:spPr>
          <p:txBody>
            <a:bodyPr wrap="none" rtlCol="0">
              <a:spAutoFit/>
            </a:bodyPr>
            <a:lstStyle/>
            <a:p>
              <a:r>
                <a:rPr lang="en-US" altLang="ja-JP" sz="1600" b="1" dirty="0"/>
                <a:t>Glucose</a:t>
              </a:r>
              <a:endParaRPr lang="ja-JP" altLang="en-US" sz="1600" b="1"/>
            </a:p>
          </p:txBody>
        </p:sp>
        <p:sp>
          <p:nvSpPr>
            <p:cNvPr id="87" name="テキスト ボックス 93">
              <a:extLst>
                <a:ext uri="{FF2B5EF4-FFF2-40B4-BE49-F238E27FC236}">
                  <a16:creationId xmlns:a16="http://schemas.microsoft.com/office/drawing/2014/main" id="{295DD4A3-87C9-EEEC-9967-249C0C84DAB4}"/>
                </a:ext>
              </a:extLst>
            </p:cNvPr>
            <p:cNvSpPr txBox="1"/>
            <p:nvPr/>
          </p:nvSpPr>
          <p:spPr>
            <a:xfrm>
              <a:off x="6080291" y="4649290"/>
              <a:ext cx="716578" cy="319325"/>
            </a:xfrm>
            <a:prstGeom prst="rect">
              <a:avLst/>
            </a:prstGeom>
            <a:noFill/>
          </p:spPr>
          <p:txBody>
            <a:bodyPr wrap="none" rtlCol="0">
              <a:spAutoFit/>
            </a:bodyPr>
            <a:lstStyle/>
            <a:p>
              <a:r>
                <a:rPr lang="en-US" altLang="ja-JP" sz="1600" b="1" dirty="0"/>
                <a:t>Mode</a:t>
              </a:r>
              <a:endParaRPr lang="ja-JP" altLang="en-US" sz="1600" b="1"/>
            </a:p>
          </p:txBody>
        </p:sp>
      </p:grpSp>
      <p:grpSp>
        <p:nvGrpSpPr>
          <p:cNvPr id="54" name="グループ化 53">
            <a:extLst>
              <a:ext uri="{FF2B5EF4-FFF2-40B4-BE49-F238E27FC236}">
                <a16:creationId xmlns:a16="http://schemas.microsoft.com/office/drawing/2014/main" id="{046FA8C1-4481-619E-D63F-5C0B63F23E0A}"/>
              </a:ext>
            </a:extLst>
          </p:cNvPr>
          <p:cNvGrpSpPr/>
          <p:nvPr/>
        </p:nvGrpSpPr>
        <p:grpSpPr>
          <a:xfrm>
            <a:off x="9330209" y="14394780"/>
            <a:ext cx="5581838" cy="2341191"/>
            <a:chOff x="3000969" y="2449892"/>
            <a:chExt cx="7642222" cy="1938238"/>
          </a:xfrm>
        </p:grpSpPr>
        <p:sp>
          <p:nvSpPr>
            <p:cNvPr id="55" name="正方形/長方形 54">
              <a:extLst>
                <a:ext uri="{FF2B5EF4-FFF2-40B4-BE49-F238E27FC236}">
                  <a16:creationId xmlns:a16="http://schemas.microsoft.com/office/drawing/2014/main" id="{E7072605-BAD7-AB83-4CE4-D69068BA7B6E}"/>
                </a:ext>
              </a:extLst>
            </p:cNvPr>
            <p:cNvSpPr/>
            <p:nvPr/>
          </p:nvSpPr>
          <p:spPr>
            <a:xfrm>
              <a:off x="4937048" y="2449892"/>
              <a:ext cx="1952849" cy="73454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100" b="1" dirty="0">
                  <a:latin typeface="Hiragino Kaku Gothic ProN W3" panose="020B0300000000000000" pitchFamily="34" charset="-128"/>
                  <a:ea typeface="Hiragino Kaku Gothic ProN W3" panose="020B0300000000000000" pitchFamily="34" charset="-128"/>
                  <a:cs typeface="Arial" panose="020B0604020202020204" pitchFamily="34" charset="0"/>
                </a:rPr>
                <a:t>Gastrointestinal</a:t>
              </a:r>
            </a:p>
            <a:p>
              <a:pPr algn="ctr"/>
              <a:r>
                <a:rPr lang="en-US" altLang="ja-JP" sz="1100" b="1" dirty="0" err="1">
                  <a:latin typeface="Hiragino Kaku Gothic ProN W3" panose="020B0300000000000000" pitchFamily="34" charset="-128"/>
                  <a:ea typeface="Hiragino Kaku Gothic ProN W3" panose="020B0300000000000000" pitchFamily="34" charset="-128"/>
                  <a:cs typeface="Arial" panose="020B0604020202020204" pitchFamily="34" charset="0"/>
                </a:rPr>
                <a:t>submodel</a:t>
              </a:r>
              <a:endParaRPr lang="en-US" altLang="ja-JP" sz="1100" b="1" dirty="0">
                <a:latin typeface="Hiragino Kaku Gothic ProN W3" panose="020B0300000000000000" pitchFamily="34" charset="-128"/>
                <a:ea typeface="Hiragino Kaku Gothic ProN W3" panose="020B0300000000000000" pitchFamily="34" charset="-128"/>
                <a:cs typeface="Arial" panose="020B0604020202020204" pitchFamily="34" charset="0"/>
              </a:endParaRPr>
            </a:p>
            <a:p>
              <a:pPr algn="ctr"/>
              <a:r>
                <a:rPr kumimoji="1" lang="en-US" altLang="ja-JP" sz="1100" b="1" dirty="0">
                  <a:latin typeface="Hiragino Kaku Gothic ProN W3" panose="020B0300000000000000" pitchFamily="34" charset="-128"/>
                  <a:ea typeface="Hiragino Kaku Gothic ProN W3" panose="020B0300000000000000" pitchFamily="34" charset="-128"/>
                  <a:cs typeface="Arial" panose="020B0604020202020204" pitchFamily="34" charset="0"/>
                </a:rPr>
                <a:t>(</a:t>
              </a:r>
              <a:r>
                <a:rPr kumimoji="1" lang="en-US" altLang="ja-JP" sz="1100" b="1" dirty="0">
                  <a:solidFill>
                    <a:srgbClr val="FF0000"/>
                  </a:solidFill>
                  <a:latin typeface="Hiragino Kaku Gothic ProN W3" panose="020B0300000000000000" pitchFamily="34" charset="-128"/>
                  <a:ea typeface="Hiragino Kaku Gothic ProN W3" panose="020B0300000000000000" pitchFamily="34" charset="-128"/>
                  <a:cs typeface="Arial" panose="020B0604020202020204" pitchFamily="34" charset="0"/>
                </a:rPr>
                <a:t>switched system</a:t>
              </a:r>
              <a:r>
                <a:rPr kumimoji="1" lang="en-US" altLang="ja-JP" sz="1100" b="1" dirty="0">
                  <a:latin typeface="Hiragino Kaku Gothic ProN W3" panose="020B0300000000000000" pitchFamily="34" charset="-128"/>
                  <a:ea typeface="Hiragino Kaku Gothic ProN W3" panose="020B0300000000000000" pitchFamily="34" charset="-128"/>
                  <a:cs typeface="Arial" panose="020B0604020202020204" pitchFamily="34" charset="0"/>
                </a:rPr>
                <a:t>)</a:t>
              </a:r>
              <a:endParaRPr kumimoji="1" lang="ja-JP" altLang="en-US" sz="1100" b="1">
                <a:latin typeface="Hiragino Kaku Gothic ProN W3" panose="020B0300000000000000" pitchFamily="34" charset="-128"/>
                <a:ea typeface="Hiragino Kaku Gothic ProN W3" panose="020B0300000000000000" pitchFamily="34" charset="-128"/>
                <a:cs typeface="Arial" panose="020B0604020202020204" pitchFamily="34" charset="0"/>
              </a:endParaRPr>
            </a:p>
          </p:txBody>
        </p:sp>
        <p:sp>
          <p:nvSpPr>
            <p:cNvPr id="56" name="正方形/長方形 55">
              <a:extLst>
                <a:ext uri="{FF2B5EF4-FFF2-40B4-BE49-F238E27FC236}">
                  <a16:creationId xmlns:a16="http://schemas.microsoft.com/office/drawing/2014/main" id="{C1D5531A-7AC2-02DD-2E18-723593CA130D}"/>
                </a:ext>
              </a:extLst>
            </p:cNvPr>
            <p:cNvSpPr/>
            <p:nvPr/>
          </p:nvSpPr>
          <p:spPr>
            <a:xfrm>
              <a:off x="4937048" y="3653590"/>
              <a:ext cx="1952849" cy="73454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100" b="1" dirty="0">
                  <a:latin typeface="Hiragino Kaku Gothic ProN W3" panose="020B0300000000000000" pitchFamily="34" charset="-128"/>
                  <a:ea typeface="Hiragino Kaku Gothic ProN W3" panose="020B0300000000000000" pitchFamily="34" charset="-128"/>
                  <a:cs typeface="Arial" panose="020B0604020202020204" pitchFamily="34" charset="0"/>
                </a:rPr>
                <a:t>Subcutaneous</a:t>
              </a:r>
            </a:p>
            <a:p>
              <a:pPr algn="ctr"/>
              <a:r>
                <a:rPr lang="en-US" altLang="ja-JP" sz="1100" b="1" dirty="0">
                  <a:latin typeface="Hiragino Kaku Gothic ProN W3" panose="020B0300000000000000" pitchFamily="34" charset="-128"/>
                  <a:ea typeface="Hiragino Kaku Gothic ProN W3" panose="020B0300000000000000" pitchFamily="34" charset="-128"/>
                  <a:cs typeface="Arial" panose="020B0604020202020204" pitchFamily="34" charset="0"/>
                </a:rPr>
                <a:t>Insulin</a:t>
              </a:r>
            </a:p>
            <a:p>
              <a:pPr algn="ctr"/>
              <a:r>
                <a:rPr kumimoji="1" lang="en-US" altLang="ja-JP" sz="1100" b="1" dirty="0">
                  <a:latin typeface="Hiragino Kaku Gothic ProN W3" panose="020B0300000000000000" pitchFamily="34" charset="-128"/>
                  <a:ea typeface="Hiragino Kaku Gothic ProN W3" panose="020B0300000000000000" pitchFamily="34" charset="-128"/>
                  <a:cs typeface="Arial" panose="020B0604020202020204" pitchFamily="34" charset="0"/>
                </a:rPr>
                <a:t>Kinetic </a:t>
              </a:r>
              <a:r>
                <a:rPr kumimoji="1" lang="en-US" altLang="ja-JP" sz="1100" b="1" dirty="0" err="1">
                  <a:latin typeface="Hiragino Kaku Gothic ProN W3" panose="020B0300000000000000" pitchFamily="34" charset="-128"/>
                  <a:ea typeface="Hiragino Kaku Gothic ProN W3" panose="020B0300000000000000" pitchFamily="34" charset="-128"/>
                  <a:cs typeface="Arial" panose="020B0604020202020204" pitchFamily="34" charset="0"/>
                </a:rPr>
                <a:t>submodel</a:t>
              </a:r>
              <a:endParaRPr kumimoji="1" lang="ja-JP" altLang="en-US" sz="1100" b="1">
                <a:latin typeface="Hiragino Kaku Gothic ProN W3" panose="020B0300000000000000" pitchFamily="34" charset="-128"/>
                <a:ea typeface="Hiragino Kaku Gothic ProN W3" panose="020B0300000000000000" pitchFamily="34" charset="-128"/>
                <a:cs typeface="Arial" panose="020B0604020202020204" pitchFamily="34" charset="0"/>
              </a:endParaRPr>
            </a:p>
          </p:txBody>
        </p:sp>
        <p:sp>
          <p:nvSpPr>
            <p:cNvPr id="57" name="正方形/長方形 56">
              <a:extLst>
                <a:ext uri="{FF2B5EF4-FFF2-40B4-BE49-F238E27FC236}">
                  <a16:creationId xmlns:a16="http://schemas.microsoft.com/office/drawing/2014/main" id="{40A3905C-745D-9790-8518-A82257A18640}"/>
                </a:ext>
              </a:extLst>
            </p:cNvPr>
            <p:cNvSpPr/>
            <p:nvPr/>
          </p:nvSpPr>
          <p:spPr>
            <a:xfrm>
              <a:off x="7350268" y="3061734"/>
              <a:ext cx="1810410" cy="734532"/>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100" b="1" dirty="0">
                  <a:latin typeface="Hiragino Kaku Gothic ProN W3" panose="020B0300000000000000" pitchFamily="34" charset="-128"/>
                  <a:ea typeface="Hiragino Kaku Gothic ProN W3" panose="020B0300000000000000" pitchFamily="34" charset="-128"/>
                  <a:cs typeface="Arial" panose="020B0604020202020204" pitchFamily="34" charset="0"/>
                </a:rPr>
                <a:t>Core </a:t>
              </a:r>
              <a:r>
                <a:rPr kumimoji="1" lang="en-US" altLang="ja-JP" sz="1100" b="1" dirty="0" err="1">
                  <a:latin typeface="Hiragino Kaku Gothic ProN W3" panose="020B0300000000000000" pitchFamily="34" charset="-128"/>
                  <a:ea typeface="Hiragino Kaku Gothic ProN W3" panose="020B0300000000000000" pitchFamily="34" charset="-128"/>
                  <a:cs typeface="Arial" panose="020B0604020202020204" pitchFamily="34" charset="0"/>
                </a:rPr>
                <a:t>submodel</a:t>
              </a:r>
              <a:endParaRPr kumimoji="1" lang="en-US" altLang="ja-JP" sz="1100" b="1" dirty="0">
                <a:latin typeface="Hiragino Kaku Gothic ProN W3" panose="020B0300000000000000" pitchFamily="34" charset="-128"/>
                <a:ea typeface="Hiragino Kaku Gothic ProN W3" panose="020B0300000000000000" pitchFamily="34" charset="-128"/>
                <a:cs typeface="Arial" panose="020B0604020202020204" pitchFamily="34" charset="0"/>
              </a:endParaRPr>
            </a:p>
            <a:p>
              <a:pPr algn="ctr"/>
              <a:r>
                <a:rPr lang="en-US" altLang="ja-JP" sz="1100" b="1" dirty="0">
                  <a:latin typeface="Hiragino Kaku Gothic ProN W3" panose="020B0300000000000000" pitchFamily="34" charset="-128"/>
                  <a:ea typeface="Hiragino Kaku Gothic ProN W3" panose="020B0300000000000000" pitchFamily="34" charset="-128"/>
                  <a:cs typeface="Arial" panose="020B0604020202020204" pitchFamily="34" charset="0"/>
                </a:rPr>
                <a:t>(Bergman model)</a:t>
              </a:r>
              <a:endParaRPr kumimoji="1" lang="ja-JP" altLang="en-US" sz="1100" b="1">
                <a:latin typeface="Hiragino Kaku Gothic ProN W3" panose="020B0300000000000000" pitchFamily="34" charset="-128"/>
                <a:ea typeface="Hiragino Kaku Gothic ProN W3" panose="020B0300000000000000" pitchFamily="34" charset="-128"/>
                <a:cs typeface="Arial" panose="020B0604020202020204" pitchFamily="34" charset="0"/>
              </a:endParaRPr>
            </a:p>
          </p:txBody>
        </p:sp>
        <p:cxnSp>
          <p:nvCxnSpPr>
            <p:cNvPr id="58" name="直線矢印コネクタ 57">
              <a:extLst>
                <a:ext uri="{FF2B5EF4-FFF2-40B4-BE49-F238E27FC236}">
                  <a16:creationId xmlns:a16="http://schemas.microsoft.com/office/drawing/2014/main" id="{B11D9A04-1E24-7449-5FA5-3BC71C24F6D6}"/>
                </a:ext>
              </a:extLst>
            </p:cNvPr>
            <p:cNvCxnSpPr>
              <a:cxnSpLocks/>
            </p:cNvCxnSpPr>
            <p:nvPr/>
          </p:nvCxnSpPr>
          <p:spPr>
            <a:xfrm>
              <a:off x="3050396" y="2817162"/>
              <a:ext cx="1886652" cy="12700"/>
            </a:xfrm>
            <a:prstGeom prst="straightConnector1">
              <a:avLst/>
            </a:prstGeom>
            <a:ln>
              <a:round/>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59" name="テキスト ボックス 58">
                  <a:extLst>
                    <a:ext uri="{FF2B5EF4-FFF2-40B4-BE49-F238E27FC236}">
                      <a16:creationId xmlns:a16="http://schemas.microsoft.com/office/drawing/2014/main" id="{6D56E9E6-2342-DF77-6FF7-20D58B57BD56}"/>
                    </a:ext>
                  </a:extLst>
                </p:cNvPr>
                <p:cNvSpPr txBox="1"/>
                <p:nvPr/>
              </p:nvSpPr>
              <p:spPr>
                <a:xfrm>
                  <a:off x="3000969" y="2461629"/>
                  <a:ext cx="812337" cy="2014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1400" i="1" smtClean="0">
                                <a:latin typeface="Cambria Math" panose="02040503050406030204" pitchFamily="18" charset="0"/>
                              </a:rPr>
                            </m:ctrlPr>
                          </m:sSubPr>
                          <m:e>
                            <m:r>
                              <a:rPr kumimoji="1" lang="en-US" altLang="ja-JP" sz="1400" b="0" i="1" smtClean="0">
                                <a:latin typeface="Cambria Math" panose="02040503050406030204" pitchFamily="18" charset="0"/>
                              </a:rPr>
                              <m:t>𝑑</m:t>
                            </m:r>
                          </m:e>
                          <m:sub>
                            <m:r>
                              <a:rPr kumimoji="1" lang="en-US" altLang="ja-JP" sz="1400" b="0" i="1" smtClean="0">
                                <a:latin typeface="Cambria Math" panose="02040503050406030204" pitchFamily="18" charset="0"/>
                              </a:rPr>
                              <m:t>𝑚𝑒𝑎𝑙</m:t>
                            </m:r>
                          </m:sub>
                        </m:sSub>
                      </m:oMath>
                    </m:oMathPara>
                  </a14:m>
                  <a:endParaRPr kumimoji="1" lang="ja-JP" altLang="en-US" sz="1400"/>
                </a:p>
              </p:txBody>
            </p:sp>
          </mc:Choice>
          <mc:Fallback>
            <p:sp>
              <p:nvSpPr>
                <p:cNvPr id="59" name="テキスト ボックス 58">
                  <a:extLst>
                    <a:ext uri="{FF2B5EF4-FFF2-40B4-BE49-F238E27FC236}">
                      <a16:creationId xmlns:a16="http://schemas.microsoft.com/office/drawing/2014/main" id="{6D56E9E6-2342-DF77-6FF7-20D58B57BD56}"/>
                    </a:ext>
                  </a:extLst>
                </p:cNvPr>
                <p:cNvSpPr txBox="1">
                  <a:spLocks noRot="1" noChangeAspect="1" noMove="1" noResize="1" noEditPoints="1" noAdjustHandles="1" noChangeArrowheads="1" noChangeShapeType="1" noTextEdit="1"/>
                </p:cNvSpPr>
                <p:nvPr/>
              </p:nvSpPr>
              <p:spPr>
                <a:xfrm>
                  <a:off x="3000969" y="2461629"/>
                  <a:ext cx="812337" cy="201476"/>
                </a:xfrm>
                <a:prstGeom prst="rect">
                  <a:avLst/>
                </a:prstGeom>
                <a:blipFill>
                  <a:blip r:embed="rId19"/>
                  <a:stretch>
                    <a:fillRect b="-20000"/>
                  </a:stretch>
                </a:blipFill>
              </p:spPr>
              <p:txBody>
                <a:bodyPr/>
                <a:lstStyle/>
                <a:p>
                  <a:r>
                    <a:rPr lang="ja-JP" altLang="en-US">
                      <a:noFill/>
                    </a:rPr>
                    <a:t> </a:t>
                  </a:r>
                </a:p>
              </p:txBody>
            </p:sp>
          </mc:Fallback>
        </mc:AlternateContent>
        <p:cxnSp>
          <p:nvCxnSpPr>
            <p:cNvPr id="60" name="カギ線コネクタ 59">
              <a:extLst>
                <a:ext uri="{FF2B5EF4-FFF2-40B4-BE49-F238E27FC236}">
                  <a16:creationId xmlns:a16="http://schemas.microsoft.com/office/drawing/2014/main" id="{30710F11-AB5E-DFC9-EE2E-0E1651009C96}"/>
                </a:ext>
              </a:extLst>
            </p:cNvPr>
            <p:cNvCxnSpPr>
              <a:cxnSpLocks/>
              <a:stCxn id="55" idx="3"/>
              <a:endCxn id="57" idx="0"/>
            </p:cNvCxnSpPr>
            <p:nvPr/>
          </p:nvCxnSpPr>
          <p:spPr>
            <a:xfrm>
              <a:off x="6889897" y="2817162"/>
              <a:ext cx="1365576" cy="244572"/>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61" name="カギ線コネクタ 60">
              <a:extLst>
                <a:ext uri="{FF2B5EF4-FFF2-40B4-BE49-F238E27FC236}">
                  <a16:creationId xmlns:a16="http://schemas.microsoft.com/office/drawing/2014/main" id="{D73E586E-47FA-D9CB-33D0-B4E24682397D}"/>
                </a:ext>
              </a:extLst>
            </p:cNvPr>
            <p:cNvCxnSpPr>
              <a:cxnSpLocks/>
              <a:stCxn id="56" idx="3"/>
              <a:endCxn id="57" idx="2"/>
            </p:cNvCxnSpPr>
            <p:nvPr/>
          </p:nvCxnSpPr>
          <p:spPr>
            <a:xfrm flipV="1">
              <a:off x="6889897" y="3796266"/>
              <a:ext cx="1365576" cy="224594"/>
            </a:xfrm>
            <a:prstGeom prst="bentConnector2">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62" name="テキスト ボックス 61">
                  <a:extLst>
                    <a:ext uri="{FF2B5EF4-FFF2-40B4-BE49-F238E27FC236}">
                      <a16:creationId xmlns:a16="http://schemas.microsoft.com/office/drawing/2014/main" id="{AFB13473-AECD-22C3-F0CD-EEA0D237464E}"/>
                    </a:ext>
                  </a:extLst>
                </p:cNvPr>
                <p:cNvSpPr txBox="1"/>
                <p:nvPr/>
              </p:nvSpPr>
              <p:spPr>
                <a:xfrm>
                  <a:off x="7567841" y="2537524"/>
                  <a:ext cx="513346" cy="2014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1400" i="1" smtClean="0">
                                <a:latin typeface="Cambria Math" panose="02040503050406030204" pitchFamily="18" charset="0"/>
                              </a:rPr>
                            </m:ctrlPr>
                          </m:sSubPr>
                          <m:e>
                            <m:r>
                              <a:rPr kumimoji="1" lang="en-US" altLang="ja-JP" sz="1400" b="0" i="1" smtClean="0">
                                <a:latin typeface="Cambria Math" panose="02040503050406030204" pitchFamily="18" charset="0"/>
                              </a:rPr>
                              <m:t>𝑅</m:t>
                            </m:r>
                          </m:e>
                          <m:sub>
                            <m:r>
                              <a:rPr kumimoji="1" lang="en-US" altLang="ja-JP" sz="1400" b="0" i="1" smtClean="0">
                                <a:latin typeface="Cambria Math" panose="02040503050406030204" pitchFamily="18" charset="0"/>
                              </a:rPr>
                              <m:t>𝑎</m:t>
                            </m:r>
                          </m:sub>
                        </m:sSub>
                      </m:oMath>
                    </m:oMathPara>
                  </a14:m>
                  <a:endParaRPr kumimoji="1" lang="ja-JP" altLang="en-US" sz="1400"/>
                </a:p>
              </p:txBody>
            </p:sp>
          </mc:Choice>
          <mc:Fallback>
            <p:sp>
              <p:nvSpPr>
                <p:cNvPr id="62" name="テキスト ボックス 61">
                  <a:extLst>
                    <a:ext uri="{FF2B5EF4-FFF2-40B4-BE49-F238E27FC236}">
                      <a16:creationId xmlns:a16="http://schemas.microsoft.com/office/drawing/2014/main" id="{AFB13473-AECD-22C3-F0CD-EEA0D237464E}"/>
                    </a:ext>
                  </a:extLst>
                </p:cNvPr>
                <p:cNvSpPr txBox="1">
                  <a:spLocks noRot="1" noChangeAspect="1" noMove="1" noResize="1" noEditPoints="1" noAdjustHandles="1" noChangeArrowheads="1" noChangeShapeType="1" noTextEdit="1"/>
                </p:cNvSpPr>
                <p:nvPr/>
              </p:nvSpPr>
              <p:spPr>
                <a:xfrm>
                  <a:off x="7567841" y="2537524"/>
                  <a:ext cx="513346" cy="201476"/>
                </a:xfrm>
                <a:prstGeom prst="rect">
                  <a:avLst/>
                </a:prstGeom>
                <a:blipFill>
                  <a:blip r:embed="rId20"/>
                  <a:stretch>
                    <a:fillRect b="-9524"/>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63" name="テキスト ボックス 62">
                  <a:extLst>
                    <a:ext uri="{FF2B5EF4-FFF2-40B4-BE49-F238E27FC236}">
                      <a16:creationId xmlns:a16="http://schemas.microsoft.com/office/drawing/2014/main" id="{528612F8-DB7D-DE61-56A3-23FB68F0A1C0}"/>
                    </a:ext>
                  </a:extLst>
                </p:cNvPr>
                <p:cNvSpPr txBox="1"/>
                <p:nvPr/>
              </p:nvSpPr>
              <p:spPr>
                <a:xfrm>
                  <a:off x="7619628" y="3984791"/>
                  <a:ext cx="345864" cy="2014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1400" b="0" i="1" smtClean="0">
                            <a:latin typeface="Cambria Math" panose="02040503050406030204" pitchFamily="18" charset="0"/>
                          </a:rPr>
                          <m:t>𝐼</m:t>
                        </m:r>
                      </m:oMath>
                    </m:oMathPara>
                  </a14:m>
                  <a:endParaRPr kumimoji="1" lang="ja-JP" altLang="en-US" sz="1400"/>
                </a:p>
              </p:txBody>
            </p:sp>
          </mc:Choice>
          <mc:Fallback>
            <p:sp>
              <p:nvSpPr>
                <p:cNvPr id="63" name="テキスト ボックス 62">
                  <a:extLst>
                    <a:ext uri="{FF2B5EF4-FFF2-40B4-BE49-F238E27FC236}">
                      <a16:creationId xmlns:a16="http://schemas.microsoft.com/office/drawing/2014/main" id="{528612F8-DB7D-DE61-56A3-23FB68F0A1C0}"/>
                    </a:ext>
                  </a:extLst>
                </p:cNvPr>
                <p:cNvSpPr txBox="1">
                  <a:spLocks noRot="1" noChangeAspect="1" noMove="1" noResize="1" noEditPoints="1" noAdjustHandles="1" noChangeArrowheads="1" noChangeShapeType="1" noTextEdit="1"/>
                </p:cNvSpPr>
                <p:nvPr/>
              </p:nvSpPr>
              <p:spPr>
                <a:xfrm>
                  <a:off x="7619628" y="3984791"/>
                  <a:ext cx="345864" cy="201476"/>
                </a:xfrm>
                <a:prstGeom prst="rect">
                  <a:avLst/>
                </a:prstGeom>
                <a:blipFill>
                  <a:blip r:embed="rId21"/>
                  <a:stretch>
                    <a:fillRect b="-10000"/>
                  </a:stretch>
                </a:blipFill>
              </p:spPr>
              <p:txBody>
                <a:bodyPr/>
                <a:lstStyle/>
                <a:p>
                  <a:r>
                    <a:rPr lang="ja-JP" altLang="en-US">
                      <a:noFill/>
                    </a:rPr>
                    <a:t> </a:t>
                  </a:r>
                </a:p>
              </p:txBody>
            </p:sp>
          </mc:Fallback>
        </mc:AlternateContent>
        <p:cxnSp>
          <p:nvCxnSpPr>
            <p:cNvPr id="64" name="直線矢印コネクタ 63">
              <a:extLst>
                <a:ext uri="{FF2B5EF4-FFF2-40B4-BE49-F238E27FC236}">
                  <a16:creationId xmlns:a16="http://schemas.microsoft.com/office/drawing/2014/main" id="{1E5E0C58-874C-92D3-08D7-582D6BA2CAC3}"/>
                </a:ext>
              </a:extLst>
            </p:cNvPr>
            <p:cNvCxnSpPr>
              <a:cxnSpLocks/>
            </p:cNvCxnSpPr>
            <p:nvPr/>
          </p:nvCxnSpPr>
          <p:spPr>
            <a:xfrm>
              <a:off x="3050396" y="4020860"/>
              <a:ext cx="1886652" cy="12700"/>
            </a:xfrm>
            <a:prstGeom prst="straightConnector1">
              <a:avLst/>
            </a:prstGeom>
            <a:ln>
              <a:round/>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65" name="テキスト ボックス 64">
                  <a:extLst>
                    <a:ext uri="{FF2B5EF4-FFF2-40B4-BE49-F238E27FC236}">
                      <a16:creationId xmlns:a16="http://schemas.microsoft.com/office/drawing/2014/main" id="{DB1AC2A1-FFA9-4872-D2C9-308975BDEA76}"/>
                    </a:ext>
                  </a:extLst>
                </p:cNvPr>
                <p:cNvSpPr txBox="1"/>
                <p:nvPr/>
              </p:nvSpPr>
              <p:spPr>
                <a:xfrm>
                  <a:off x="3176208" y="3631564"/>
                  <a:ext cx="461858" cy="1410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1400" i="1" smtClean="0">
                                <a:latin typeface="Cambria Math" panose="02040503050406030204" pitchFamily="18" charset="0"/>
                              </a:rPr>
                            </m:ctrlPr>
                          </m:sSubPr>
                          <m:e>
                            <m:r>
                              <a:rPr kumimoji="1" lang="en-US" altLang="ja-JP" sz="1400" b="0" i="1" smtClean="0">
                                <a:latin typeface="Cambria Math" panose="02040503050406030204" pitchFamily="18" charset="0"/>
                              </a:rPr>
                              <m:t>𝑢</m:t>
                            </m:r>
                          </m:e>
                          <m:sub>
                            <m:r>
                              <a:rPr kumimoji="1" lang="en-US" altLang="ja-JP" sz="1400" b="0" i="1" smtClean="0">
                                <a:latin typeface="Cambria Math" panose="02040503050406030204" pitchFamily="18" charset="0"/>
                              </a:rPr>
                              <m:t>𝑖𝑛𝑠</m:t>
                            </m:r>
                          </m:sub>
                        </m:sSub>
                      </m:oMath>
                    </m:oMathPara>
                  </a14:m>
                  <a:endParaRPr kumimoji="1" lang="ja-JP" altLang="en-US" sz="1400"/>
                </a:p>
              </p:txBody>
            </p:sp>
          </mc:Choice>
          <mc:Fallback>
            <p:sp>
              <p:nvSpPr>
                <p:cNvPr id="65" name="テキスト ボックス 64">
                  <a:extLst>
                    <a:ext uri="{FF2B5EF4-FFF2-40B4-BE49-F238E27FC236}">
                      <a16:creationId xmlns:a16="http://schemas.microsoft.com/office/drawing/2014/main" id="{DB1AC2A1-FFA9-4872-D2C9-308975BDEA76}"/>
                    </a:ext>
                  </a:extLst>
                </p:cNvPr>
                <p:cNvSpPr txBox="1">
                  <a:spLocks noRot="1" noChangeAspect="1" noMove="1" noResize="1" noEditPoints="1" noAdjustHandles="1" noChangeArrowheads="1" noChangeShapeType="1" noTextEdit="1"/>
                </p:cNvSpPr>
                <p:nvPr/>
              </p:nvSpPr>
              <p:spPr>
                <a:xfrm>
                  <a:off x="3176208" y="3631564"/>
                  <a:ext cx="461858" cy="141034"/>
                </a:xfrm>
                <a:prstGeom prst="rect">
                  <a:avLst/>
                </a:prstGeom>
                <a:blipFill>
                  <a:blip r:embed="rId22"/>
                  <a:stretch>
                    <a:fillRect l="-7143" r="-3571" b="-40000"/>
                  </a:stretch>
                </a:blipFill>
              </p:spPr>
              <p:txBody>
                <a:bodyPr/>
                <a:lstStyle/>
                <a:p>
                  <a:r>
                    <a:rPr lang="ja-JP" altLang="en-US">
                      <a:noFill/>
                    </a:rPr>
                    <a:t> </a:t>
                  </a:r>
                </a:p>
              </p:txBody>
            </p:sp>
          </mc:Fallback>
        </mc:AlternateContent>
        <p:cxnSp>
          <p:nvCxnSpPr>
            <p:cNvPr id="66" name="直線矢印コネクタ 65">
              <a:extLst>
                <a:ext uri="{FF2B5EF4-FFF2-40B4-BE49-F238E27FC236}">
                  <a16:creationId xmlns:a16="http://schemas.microsoft.com/office/drawing/2014/main" id="{8D51C55F-82D6-0922-2943-3C79AEBB302C}"/>
                </a:ext>
              </a:extLst>
            </p:cNvPr>
            <p:cNvCxnSpPr>
              <a:cxnSpLocks/>
            </p:cNvCxnSpPr>
            <p:nvPr/>
          </p:nvCxnSpPr>
          <p:spPr>
            <a:xfrm>
              <a:off x="9160678" y="3429000"/>
              <a:ext cx="1482513" cy="0"/>
            </a:xfrm>
            <a:prstGeom prst="straightConnector1">
              <a:avLst/>
            </a:prstGeom>
            <a:ln>
              <a:round/>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67" name="テキスト ボックス 66">
                  <a:extLst>
                    <a:ext uri="{FF2B5EF4-FFF2-40B4-BE49-F238E27FC236}">
                      <a16:creationId xmlns:a16="http://schemas.microsoft.com/office/drawing/2014/main" id="{A0604F26-475E-95AC-A46C-81388D833BAD}"/>
                    </a:ext>
                  </a:extLst>
                </p:cNvPr>
                <p:cNvSpPr txBox="1"/>
                <p:nvPr/>
              </p:nvSpPr>
              <p:spPr>
                <a:xfrm>
                  <a:off x="9901934" y="3152001"/>
                  <a:ext cx="221727" cy="1410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1400" b="0" i="1" smtClean="0">
                            <a:latin typeface="Cambria Math" panose="02040503050406030204" pitchFamily="18" charset="0"/>
                          </a:rPr>
                          <m:t>𝐺</m:t>
                        </m:r>
                      </m:oMath>
                    </m:oMathPara>
                  </a14:m>
                  <a:endParaRPr kumimoji="1" lang="ja-JP" altLang="en-US" sz="1400"/>
                </a:p>
              </p:txBody>
            </p:sp>
          </mc:Choice>
          <mc:Fallback>
            <p:sp>
              <p:nvSpPr>
                <p:cNvPr id="67" name="テキスト ボックス 66">
                  <a:extLst>
                    <a:ext uri="{FF2B5EF4-FFF2-40B4-BE49-F238E27FC236}">
                      <a16:creationId xmlns:a16="http://schemas.microsoft.com/office/drawing/2014/main" id="{A0604F26-475E-95AC-A46C-81388D833BAD}"/>
                    </a:ext>
                  </a:extLst>
                </p:cNvPr>
                <p:cNvSpPr txBox="1">
                  <a:spLocks noRot="1" noChangeAspect="1" noMove="1" noResize="1" noEditPoints="1" noAdjustHandles="1" noChangeArrowheads="1" noChangeShapeType="1" noTextEdit="1"/>
                </p:cNvSpPr>
                <p:nvPr/>
              </p:nvSpPr>
              <p:spPr>
                <a:xfrm>
                  <a:off x="9901934" y="3152001"/>
                  <a:ext cx="221727" cy="141034"/>
                </a:xfrm>
                <a:prstGeom prst="rect">
                  <a:avLst/>
                </a:prstGeom>
                <a:blipFill>
                  <a:blip r:embed="rId23"/>
                  <a:stretch>
                    <a:fillRect l="-21429" r="-14286" b="-28571"/>
                  </a:stretch>
                </a:blipFill>
              </p:spPr>
              <p:txBody>
                <a:bodyPr/>
                <a:lstStyle/>
                <a:p>
                  <a:r>
                    <a:rPr lang="ja-JP" altLang="en-US">
                      <a:noFill/>
                    </a:rPr>
                    <a:t> </a:t>
                  </a:r>
                </a:p>
              </p:txBody>
            </p:sp>
          </mc:Fallback>
        </mc:AlternateContent>
      </p:grpSp>
      <mc:AlternateContent xmlns:mc="http://schemas.openxmlformats.org/markup-compatibility/2006">
        <mc:Choice xmlns:a14="http://schemas.microsoft.com/office/drawing/2010/main" Requires="a14">
          <p:sp>
            <p:nvSpPr>
              <p:cNvPr id="68" name="TextBox 405">
                <a:extLst>
                  <a:ext uri="{FF2B5EF4-FFF2-40B4-BE49-F238E27FC236}">
                    <a16:creationId xmlns:a16="http://schemas.microsoft.com/office/drawing/2014/main" id="{128C3838-9FFB-3854-F7DF-754E07F44FF4}"/>
                  </a:ext>
                </a:extLst>
              </p:cNvPr>
              <p:cNvSpPr txBox="1"/>
              <p:nvPr/>
            </p:nvSpPr>
            <p:spPr>
              <a:xfrm>
                <a:off x="15439338" y="15707654"/>
                <a:ext cx="10908253" cy="117910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r>
                            <a:rPr lang="en-US" sz="2400" b="0" i="1" smtClean="0">
                              <a:latin typeface="Cambria Math" panose="02040503050406030204" pitchFamily="18" charset="0"/>
                            </a:rPr>
                            <m:t>+1</m:t>
                          </m:r>
                        </m:e>
                      </m:d>
                      <m:r>
                        <a:rPr lang="en-US" sz="2400" i="1" smtClean="0">
                          <a:latin typeface="Cambria Math" panose="02040503050406030204" pitchFamily="18" charset="0"/>
                        </a:rPr>
                        <m:t>=</m:t>
                      </m:r>
                      <m:d>
                        <m:dPr>
                          <m:begChr m:val="{"/>
                          <m:endChr m:val=""/>
                          <m:ctrlPr>
                            <a:rPr lang="en-US" sz="2400" i="1" smtClean="0">
                              <a:latin typeface="Cambria Math" panose="02040503050406030204" pitchFamily="18" charset="0"/>
                            </a:rPr>
                          </m:ctrlPr>
                        </m:dPr>
                        <m:e>
                          <m:eqArr>
                            <m:eqArrPr>
                              <m:ctrlPr>
                                <a:rPr lang="en-US" sz="2400" i="1" smtClean="0">
                                  <a:latin typeface="Cambria Math" panose="02040503050406030204" pitchFamily="18" charset="0"/>
                                </a:rPr>
                              </m:ctrlPr>
                            </m:eqArrPr>
                            <m:e>
                              <m:r>
                                <a:rPr lang="en-US" sz="2400" i="1" smtClean="0">
                                  <a:latin typeface="Cambria Math" panose="02040503050406030204" pitchFamily="18" charset="0"/>
                                </a:rPr>
                                <m:t>&amp;</m:t>
                              </m:r>
                              <m:r>
                                <a:rPr lang="en-US" sz="2400" b="0" i="1" smtClean="0">
                                  <a:latin typeface="Cambria Math" panose="02040503050406030204" pitchFamily="18" charset="0"/>
                                </a:rPr>
                                <m:t>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e>
                                  </m:d>
                                  <m:r>
                                    <a:rPr lang="en-US" sz="2400" b="0" i="1" smtClean="0">
                                      <a:latin typeface="Cambria Math" panose="02040503050406030204" pitchFamily="18" charset="0"/>
                                    </a:rPr>
                                    <m:t>,</m:t>
                                  </m:r>
                                  <m:r>
                                    <a:rPr lang="en-US" sz="2400" b="0" i="1" smtClean="0">
                                      <a:latin typeface="Cambria Math" panose="02040503050406030204" pitchFamily="18" charset="0"/>
                                    </a:rPr>
                                    <m:t>𝑢</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e>
                                  </m:d>
                                  <m:r>
                                    <a:rPr lang="en-US" sz="2400" b="0" i="1" smtClean="0">
                                      <a:latin typeface="Cambria Math" panose="02040503050406030204" pitchFamily="18" charset="0"/>
                                    </a:rPr>
                                    <m:t>,</m:t>
                                  </m:r>
                                  <m:r>
                                    <a:rPr lang="en-US" sz="2400" b="0" i="1" smtClean="0">
                                      <a:solidFill>
                                        <a:srgbClr val="C00000"/>
                                      </a:solidFill>
                                      <a:latin typeface="Cambria Math" panose="02040503050406030204" pitchFamily="18" charset="0"/>
                                    </a:rPr>
                                    <m:t>𝜃</m:t>
                                  </m:r>
                                  <m:r>
                                    <a:rPr lang="en-US" sz="2400" b="0" i="1" smtClean="0">
                                      <a:latin typeface="Cambria Math" panose="02040503050406030204" pitchFamily="18" charset="0"/>
                                    </a:rPr>
                                    <m:t>,</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𝛾</m:t>
                                      </m:r>
                                      <m:r>
                                        <a:rPr lang="en-US" sz="2400" b="0" i="1" smtClean="0">
                                          <a:solidFill>
                                            <a:srgbClr val="C00000"/>
                                          </a:solidFill>
                                          <a:latin typeface="Cambria Math" panose="02040503050406030204" pitchFamily="18" charset="0"/>
                                        </a:rPr>
                                        <m:t>0</m:t>
                                      </m:r>
                                    </m:sub>
                                  </m:sSub>
                                </m:e>
                              </m:d>
                              <m:r>
                                <a:rPr lang="en-US" sz="2400" b="0" i="1" smtClean="0">
                                  <a:latin typeface="Cambria Math" panose="02040503050406030204" pitchFamily="18" charset="0"/>
                                </a:rPr>
                                <m:t>     </m:t>
                              </m:r>
                              <m:r>
                                <m:rPr>
                                  <m:sty m:val="p"/>
                                </m:rPr>
                                <a:rPr lang="en-US" sz="2400" b="0" i="0" smtClean="0">
                                  <a:latin typeface="Cambria Math" panose="02040503050406030204" pitchFamily="18" charset="0"/>
                                </a:rPr>
                                <m:t>if</m:t>
                              </m:r>
                              <m:r>
                                <a:rPr lang="en-US" sz="2400" b="0" i="1" smtClean="0">
                                  <a:latin typeface="Cambria Math" panose="02040503050406030204" pitchFamily="18" charset="0"/>
                                </a:rPr>
                                <m:t>  </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𝑞</m:t>
                                  </m:r>
                                </m:e>
                                <m:sub>
                                  <m:r>
                                    <a:rPr lang="en-US" sz="2400" b="0" i="1" smtClean="0">
                                      <a:solidFill>
                                        <a:srgbClr val="C00000"/>
                                      </a:solidFill>
                                      <a:latin typeface="Cambria Math" panose="02040503050406030204" pitchFamily="18" charset="0"/>
                                    </a:rPr>
                                    <m:t>1</m:t>
                                  </m:r>
                                </m:sub>
                              </m:sSub>
                              <m:r>
                                <a:rPr lang="en-US" sz="2400" b="0" i="1" smtClean="0">
                                  <a:latin typeface="Cambria Math" panose="02040503050406030204" pitchFamily="18" charset="0"/>
                                </a:rPr>
                                <m:t>𝐷</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e>
                              </m:d>
                              <m:r>
                                <a:rPr lang="en-US" sz="2400" b="0" i="1" smtClean="0">
                                  <a:latin typeface="Cambria Math" panose="02040503050406030204" pitchFamily="18" charset="0"/>
                                </a:rPr>
                                <m:t>≤</m:t>
                              </m:r>
                              <m:r>
                                <a:rPr lang="en-US" sz="2400" b="0" i="1" smtClean="0">
                                  <a:latin typeface="Cambria Math" panose="02040503050406030204" pitchFamily="18" charset="0"/>
                                </a:rPr>
                                <m:t>𝑆𝑥</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e>
                              </m:d>
                              <m:r>
                                <a:rPr lang="en-US" sz="2400" b="0" i="1" smtClean="0">
                                  <a:latin typeface="Cambria Math" panose="02040503050406030204" pitchFamily="18" charset="0"/>
                                </a:rPr>
                                <m:t>&lt;</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𝑞</m:t>
                                  </m:r>
                                </m:e>
                                <m:sub>
                                  <m:r>
                                    <a:rPr lang="en-US" sz="2400" b="0" i="1" smtClean="0">
                                      <a:solidFill>
                                        <a:srgbClr val="C00000"/>
                                      </a:solidFill>
                                      <a:latin typeface="Cambria Math" panose="02040503050406030204" pitchFamily="18" charset="0"/>
                                    </a:rPr>
                                    <m:t>2</m:t>
                                  </m:r>
                                </m:sub>
                              </m:sSub>
                              <m:r>
                                <a:rPr lang="en-US" sz="2400" b="0" i="1" smtClean="0">
                                  <a:latin typeface="Cambria Math" panose="02040503050406030204" pitchFamily="18" charset="0"/>
                                </a:rPr>
                                <m:t>𝐷</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e>
                              </m:d>
                              <m:r>
                                <a:rPr lang="en-US" sz="2400" b="0" i="1" smtClean="0">
                                  <a:latin typeface="Cambria Math" panose="02040503050406030204" pitchFamily="18" charset="0"/>
                                </a:rPr>
                                <m:t>,</m:t>
                              </m:r>
                              <m:r>
                                <a:rPr lang="ja-JP" altLang="en-US" sz="2400" b="0" i="1" smtClean="0">
                                  <a:latin typeface="Cambria Math" panose="02040503050406030204" pitchFamily="18" charset="0"/>
                                </a:rPr>
                                <m:t>　</m:t>
                              </m:r>
                              <m:r>
                                <a:rPr lang="en-US" altLang="ja-JP" sz="2400" b="0" i="1" smtClean="0">
                                  <a:latin typeface="Cambria Math" panose="02040503050406030204" pitchFamily="18" charset="0"/>
                                </a:rPr>
                                <m:t>(</m:t>
                              </m:r>
                              <m:r>
                                <m:rPr>
                                  <m:sty m:val="p"/>
                                </m:rPr>
                                <a:rPr lang="en-US" altLang="ja-JP" sz="2400" b="0" i="0" smtClean="0">
                                  <a:latin typeface="Cambria Math" panose="02040503050406030204" pitchFamily="18" charset="0"/>
                                </a:rPr>
                                <m:t>mode</m:t>
                              </m:r>
                              <m:r>
                                <a:rPr lang="en-US" altLang="ja-JP" sz="2400" b="0" i="1" smtClean="0">
                                  <a:latin typeface="Cambria Math" panose="02040503050406030204" pitchFamily="18" charset="0"/>
                                </a:rPr>
                                <m:t> 0)</m:t>
                              </m:r>
                            </m:e>
                            <m:e>
                              <m:r>
                                <a:rPr lang="en-US" sz="2400" i="1" smtClean="0">
                                  <a:latin typeface="Cambria Math" panose="02040503050406030204" pitchFamily="18" charset="0"/>
                                </a:rPr>
                                <m:t>&amp;</m:t>
                              </m:r>
                              <m:r>
                                <a:rPr lang="en-US" sz="2400" b="0" i="1" smtClean="0">
                                  <a:latin typeface="Cambria Math" panose="02040503050406030204" pitchFamily="18" charset="0"/>
                                </a:rPr>
                                <m:t>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e>
                                  </m:d>
                                  <m:r>
                                    <a:rPr lang="en-US" sz="2400" b="0" i="1" smtClean="0">
                                      <a:latin typeface="Cambria Math" panose="02040503050406030204" pitchFamily="18" charset="0"/>
                                    </a:rPr>
                                    <m:t>,</m:t>
                                  </m:r>
                                  <m:r>
                                    <a:rPr lang="en-US" sz="2400" b="0" i="1" smtClean="0">
                                      <a:latin typeface="Cambria Math" panose="02040503050406030204" pitchFamily="18" charset="0"/>
                                    </a:rPr>
                                    <m:t>𝑢</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e>
                                  </m:d>
                                  <m:r>
                                    <a:rPr lang="en-US" sz="2400" b="0" i="1" smtClean="0">
                                      <a:latin typeface="Cambria Math" panose="02040503050406030204" pitchFamily="18" charset="0"/>
                                    </a:rPr>
                                    <m:t>,</m:t>
                                  </m:r>
                                  <m:r>
                                    <a:rPr lang="en-US" sz="2400" b="0" i="1" smtClean="0">
                                      <a:solidFill>
                                        <a:srgbClr val="C00000"/>
                                      </a:solidFill>
                                      <a:latin typeface="Cambria Math" panose="02040503050406030204" pitchFamily="18" charset="0"/>
                                    </a:rPr>
                                    <m:t>𝜃</m:t>
                                  </m:r>
                                  <m:r>
                                    <a:rPr lang="en-US" sz="2400" b="0" i="1" smtClean="0">
                                      <a:latin typeface="Cambria Math" panose="02040503050406030204" pitchFamily="18" charset="0"/>
                                    </a:rPr>
                                    <m:t>,</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𝛾</m:t>
                                      </m:r>
                                      <m:r>
                                        <a:rPr lang="en-US" sz="2400" b="0" i="1" smtClean="0">
                                          <a:solidFill>
                                            <a:srgbClr val="C00000"/>
                                          </a:solidFill>
                                          <a:latin typeface="Cambria Math" panose="02040503050406030204" pitchFamily="18" charset="0"/>
                                        </a:rPr>
                                        <m:t>1</m:t>
                                      </m:r>
                                    </m:sub>
                                  </m:sSub>
                                </m:e>
                              </m:d>
                              <m:r>
                                <a:rPr lang="en-US" sz="2400" b="0" i="1" smtClean="0">
                                  <a:latin typeface="Cambria Math" panose="02040503050406030204" pitchFamily="18" charset="0"/>
                                </a:rPr>
                                <m:t>     </m:t>
                              </m:r>
                              <m:r>
                                <m:rPr>
                                  <m:sty m:val="p"/>
                                </m:rPr>
                                <a:rPr lang="en-US" sz="2400" b="0" i="0" smtClean="0">
                                  <a:latin typeface="Cambria Math" panose="02040503050406030204" pitchFamily="18" charset="0"/>
                                </a:rPr>
                                <m:t>otherwise</m:t>
                              </m:r>
                              <m:r>
                                <a:rPr lang="en-US" sz="2400" b="0" i="1" smtClean="0">
                                  <a:latin typeface="Cambria Math" panose="02040503050406030204" pitchFamily="18" charset="0"/>
                                </a:rPr>
                                <m:t>,                                   (</m:t>
                              </m:r>
                              <m:r>
                                <m:rPr>
                                  <m:sty m:val="p"/>
                                </m:rPr>
                                <a:rPr lang="en-US" sz="2400" b="0" i="0" smtClean="0">
                                  <a:latin typeface="Cambria Math" panose="02040503050406030204" pitchFamily="18" charset="0"/>
                                </a:rPr>
                                <m:t>mode</m:t>
                              </m:r>
                              <m:r>
                                <a:rPr lang="en-US" sz="2400" b="0" i="1" smtClean="0">
                                  <a:latin typeface="Cambria Math" panose="02040503050406030204" pitchFamily="18" charset="0"/>
                                </a:rPr>
                                <m:t> 1)</m:t>
                              </m:r>
                            </m:e>
                          </m:eqArr>
                        </m:e>
                      </m:d>
                    </m:oMath>
                  </m:oMathPara>
                </a14:m>
                <a:endParaRPr lang="en-JP" sz="2400" dirty="0"/>
              </a:p>
            </p:txBody>
          </p:sp>
        </mc:Choice>
        <mc:Fallback>
          <p:sp>
            <p:nvSpPr>
              <p:cNvPr id="68" name="TextBox 405">
                <a:extLst>
                  <a:ext uri="{FF2B5EF4-FFF2-40B4-BE49-F238E27FC236}">
                    <a16:creationId xmlns:a16="http://schemas.microsoft.com/office/drawing/2014/main" id="{128C3838-9FFB-3854-F7DF-754E07F44FF4}"/>
                  </a:ext>
                </a:extLst>
              </p:cNvPr>
              <p:cNvSpPr txBox="1">
                <a:spLocks noRot="1" noChangeAspect="1" noMove="1" noResize="1" noEditPoints="1" noAdjustHandles="1" noChangeArrowheads="1" noChangeShapeType="1" noTextEdit="1"/>
              </p:cNvSpPr>
              <p:nvPr/>
            </p:nvSpPr>
            <p:spPr>
              <a:xfrm>
                <a:off x="15439338" y="15707654"/>
                <a:ext cx="10908253" cy="1179105"/>
              </a:xfrm>
              <a:prstGeom prst="rect">
                <a:avLst/>
              </a:prstGeom>
              <a:blipFill>
                <a:blip r:embed="rId24"/>
                <a:stretch>
                  <a:fillRect l="-2907" t="-229787" b="-32766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69" name="TextBox 383">
                <a:extLst>
                  <a:ext uri="{FF2B5EF4-FFF2-40B4-BE49-F238E27FC236}">
                    <a16:creationId xmlns:a16="http://schemas.microsoft.com/office/drawing/2014/main" id="{79FE7304-F249-43EA-A127-E84EA4DF7CA9}"/>
                  </a:ext>
                </a:extLst>
              </p:cNvPr>
              <p:cNvSpPr txBox="1"/>
              <p:nvPr/>
            </p:nvSpPr>
            <p:spPr>
              <a:xfrm>
                <a:off x="15886964" y="11376162"/>
                <a:ext cx="7277836" cy="117910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r>
                            <a:rPr lang="en-US" sz="2400" b="0" i="1" smtClean="0">
                              <a:latin typeface="Cambria Math" panose="02040503050406030204" pitchFamily="18" charset="0"/>
                            </a:rPr>
                            <m:t>+1</m:t>
                          </m:r>
                        </m:e>
                      </m:d>
                      <m:r>
                        <a:rPr lang="en-US" sz="2400" i="1" smtClean="0">
                          <a:latin typeface="Cambria Math" panose="02040503050406030204" pitchFamily="18" charset="0"/>
                        </a:rPr>
                        <m:t>=</m:t>
                      </m:r>
                      <m:d>
                        <m:dPr>
                          <m:begChr m:val="{"/>
                          <m:endChr m:val=""/>
                          <m:ctrlPr>
                            <a:rPr lang="en-US" sz="2400" i="1" smtClean="0">
                              <a:latin typeface="Cambria Math" panose="02040503050406030204" pitchFamily="18" charset="0"/>
                            </a:rPr>
                          </m:ctrlPr>
                        </m:dPr>
                        <m:e>
                          <m:eqArr>
                            <m:eqArrPr>
                              <m:ctrlPr>
                                <a:rPr lang="en-US" sz="2400" i="1" smtClean="0">
                                  <a:latin typeface="Cambria Math" panose="02040503050406030204" pitchFamily="18" charset="0"/>
                                </a:rPr>
                              </m:ctrlPr>
                            </m:eqArrPr>
                            <m:e>
                              <m:r>
                                <a:rPr lang="en-US" sz="2400" i="1" smtClean="0">
                                  <a:latin typeface="Cambria Math" panose="02040503050406030204" pitchFamily="18" charset="0"/>
                                </a:rPr>
                                <m:t>&amp;</m:t>
                              </m:r>
                              <m:r>
                                <a:rPr lang="en-US" sz="2400" b="0" i="1" smtClean="0">
                                  <a:latin typeface="Cambria Math" panose="02040503050406030204" pitchFamily="18" charset="0"/>
                                </a:rPr>
                                <m:t>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e>
                                  </m:d>
                                  <m:r>
                                    <a:rPr lang="en-US" sz="2400" b="0" i="1" smtClean="0">
                                      <a:latin typeface="Cambria Math" panose="02040503050406030204" pitchFamily="18" charset="0"/>
                                    </a:rPr>
                                    <m:t>,</m:t>
                                  </m:r>
                                  <m:r>
                                    <a:rPr lang="en-US" sz="2400" b="0" i="1" smtClean="0">
                                      <a:latin typeface="Cambria Math" panose="02040503050406030204" pitchFamily="18" charset="0"/>
                                    </a:rPr>
                                    <m:t>𝑢</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e>
                                  </m:d>
                                  <m:r>
                                    <a:rPr lang="en-US" sz="2400" b="0" i="1" smtClean="0">
                                      <a:latin typeface="Cambria Math" panose="02040503050406030204" pitchFamily="18" charset="0"/>
                                    </a:rPr>
                                    <m:t>,</m:t>
                                  </m:r>
                                  <m:r>
                                    <a:rPr lang="en-US" sz="2400" b="0" i="1" smtClean="0">
                                      <a:solidFill>
                                        <a:srgbClr val="C00000"/>
                                      </a:solidFill>
                                      <a:latin typeface="Cambria Math" panose="02040503050406030204" pitchFamily="18" charset="0"/>
                                    </a:rPr>
                                    <m:t>𝜃</m:t>
                                  </m:r>
                                  <m:r>
                                    <a:rPr lang="en-US" sz="2400" b="0" i="1" smtClean="0">
                                      <a:latin typeface="Cambria Math" panose="02040503050406030204" pitchFamily="18" charset="0"/>
                                    </a:rPr>
                                    <m:t>,</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𝛾</m:t>
                                      </m:r>
                                      <m:r>
                                        <a:rPr lang="en-US" sz="2400" b="0" i="1" smtClean="0">
                                          <a:solidFill>
                                            <a:srgbClr val="C00000"/>
                                          </a:solidFill>
                                          <a:latin typeface="Cambria Math" panose="02040503050406030204" pitchFamily="18" charset="0"/>
                                        </a:rPr>
                                        <m:t>0</m:t>
                                      </m:r>
                                    </m:sub>
                                  </m:sSub>
                                </m:e>
                              </m:d>
                              <m:r>
                                <a:rPr lang="en-US" sz="2400" b="0" i="1" smtClean="0">
                                  <a:latin typeface="Cambria Math" panose="02040503050406030204" pitchFamily="18" charset="0"/>
                                </a:rPr>
                                <m:t>     </m:t>
                              </m:r>
                              <m:r>
                                <m:rPr>
                                  <m:sty m:val="p"/>
                                </m:rPr>
                                <a:rPr lang="en-US" sz="2400" b="0" i="0" smtClean="0">
                                  <a:latin typeface="Cambria Math" panose="02040503050406030204" pitchFamily="18" charset="0"/>
                                </a:rPr>
                                <m:t>if</m:t>
                              </m:r>
                              <m:r>
                                <a:rPr lang="en-US" sz="2400" b="0" i="1" smtClean="0">
                                  <a:latin typeface="Cambria Math" panose="02040503050406030204" pitchFamily="18" charset="0"/>
                                </a:rPr>
                                <m:t>  </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𝑚</m:t>
                                  </m:r>
                                </m:e>
                              </m:acc>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)=0</m:t>
                              </m:r>
                            </m:e>
                            <m:e>
                              <m:r>
                                <a:rPr lang="en-US" sz="2400" i="1" smtClean="0">
                                  <a:latin typeface="Cambria Math" panose="02040503050406030204" pitchFamily="18" charset="0"/>
                                </a:rPr>
                                <m:t>&amp;</m:t>
                              </m:r>
                              <m:r>
                                <a:rPr lang="en-US" sz="2400" b="0" i="1" smtClean="0">
                                  <a:latin typeface="Cambria Math" panose="02040503050406030204" pitchFamily="18" charset="0"/>
                                </a:rPr>
                                <m:t>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e>
                                  </m:d>
                                  <m:r>
                                    <a:rPr lang="en-US" sz="2400" b="0" i="1" smtClean="0">
                                      <a:latin typeface="Cambria Math" panose="02040503050406030204" pitchFamily="18" charset="0"/>
                                    </a:rPr>
                                    <m:t>,</m:t>
                                  </m:r>
                                  <m:r>
                                    <a:rPr lang="en-US" sz="2400" b="0" i="1" smtClean="0">
                                      <a:latin typeface="Cambria Math" panose="02040503050406030204" pitchFamily="18" charset="0"/>
                                    </a:rPr>
                                    <m:t>𝑢</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e>
                                  </m:d>
                                  <m:r>
                                    <a:rPr lang="en-US" sz="2400" b="0" i="1" smtClean="0">
                                      <a:latin typeface="Cambria Math" panose="02040503050406030204" pitchFamily="18" charset="0"/>
                                    </a:rPr>
                                    <m:t>,</m:t>
                                  </m:r>
                                  <m:r>
                                    <a:rPr lang="en-US" sz="2400" b="0" i="1" smtClean="0">
                                      <a:solidFill>
                                        <a:srgbClr val="C00000"/>
                                      </a:solidFill>
                                      <a:latin typeface="Cambria Math" panose="02040503050406030204" pitchFamily="18" charset="0"/>
                                    </a:rPr>
                                    <m:t>𝜃</m:t>
                                  </m:r>
                                  <m:r>
                                    <a:rPr lang="en-US" sz="2400" b="0" i="1" smtClean="0">
                                      <a:latin typeface="Cambria Math" panose="02040503050406030204" pitchFamily="18" charset="0"/>
                                    </a:rPr>
                                    <m:t>,</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𝛾</m:t>
                                      </m:r>
                                      <m:r>
                                        <a:rPr lang="en-US" sz="2400" b="0" i="1" smtClean="0">
                                          <a:solidFill>
                                            <a:srgbClr val="C00000"/>
                                          </a:solidFill>
                                          <a:latin typeface="Cambria Math" panose="02040503050406030204" pitchFamily="18" charset="0"/>
                                        </a:rPr>
                                        <m:t>1</m:t>
                                      </m:r>
                                    </m:sub>
                                  </m:sSub>
                                </m:e>
                              </m:d>
                              <m:r>
                                <a:rPr lang="en-US" sz="2400" b="0" i="1" smtClean="0">
                                  <a:latin typeface="Cambria Math" panose="02040503050406030204" pitchFamily="18" charset="0"/>
                                </a:rPr>
                                <m:t>     </m:t>
                              </m:r>
                              <m:r>
                                <m:rPr>
                                  <m:sty m:val="p"/>
                                </m:rPr>
                                <a:rPr lang="en-US" sz="2400" b="0" i="0" smtClean="0">
                                  <a:latin typeface="Cambria Math" panose="02040503050406030204" pitchFamily="18" charset="0"/>
                                </a:rPr>
                                <m:t>if</m:t>
                              </m:r>
                              <m:r>
                                <a:rPr lang="en-US" sz="2400" b="0" i="1" smtClean="0">
                                  <a:latin typeface="Cambria Math" panose="02040503050406030204" pitchFamily="18" charset="0"/>
                                </a:rPr>
                                <m:t>  </m:t>
                              </m:r>
                              <m:acc>
                                <m:accPr>
                                  <m:chr m:val="̂"/>
                                  <m:ctrlPr>
                                    <a:rPr lang="en-US" sz="2400" i="1">
                                      <a:latin typeface="Cambria Math" panose="02040503050406030204" pitchFamily="18" charset="0"/>
                                    </a:rPr>
                                  </m:ctrlPr>
                                </m:accPr>
                                <m:e>
                                  <m:r>
                                    <a:rPr lang="en-US" sz="2400" i="1">
                                      <a:latin typeface="Cambria Math" panose="02040503050406030204" pitchFamily="18" charset="0"/>
                                    </a:rPr>
                                    <m:t>𝑚</m:t>
                                  </m:r>
                                </m:e>
                              </m:acc>
                              <m:r>
                                <a:rPr lang="en-US" sz="2400" i="1">
                                  <a:latin typeface="Cambria Math" panose="02040503050406030204" pitchFamily="18" charset="0"/>
                                </a:rPr>
                                <m:t>(</m:t>
                              </m:r>
                              <m:r>
                                <a:rPr lang="en-US" sz="2400" i="1">
                                  <a:latin typeface="Cambria Math" panose="02040503050406030204" pitchFamily="18" charset="0"/>
                                </a:rPr>
                                <m:t>𝑘</m:t>
                              </m:r>
                              <m:r>
                                <a:rPr lang="en-US" sz="2400" i="1">
                                  <a:latin typeface="Cambria Math" panose="02040503050406030204" pitchFamily="18" charset="0"/>
                                </a:rPr>
                                <m:t>)=1</m:t>
                              </m:r>
                            </m:e>
                          </m:eqArr>
                        </m:e>
                      </m:d>
                    </m:oMath>
                  </m:oMathPara>
                </a14:m>
                <a:endParaRPr lang="en-JP" sz="2000" dirty="0"/>
              </a:p>
            </p:txBody>
          </p:sp>
        </mc:Choice>
        <mc:Fallback>
          <p:sp>
            <p:nvSpPr>
              <p:cNvPr id="69" name="TextBox 383">
                <a:extLst>
                  <a:ext uri="{FF2B5EF4-FFF2-40B4-BE49-F238E27FC236}">
                    <a16:creationId xmlns:a16="http://schemas.microsoft.com/office/drawing/2014/main" id="{79FE7304-F249-43EA-A127-E84EA4DF7CA9}"/>
                  </a:ext>
                </a:extLst>
              </p:cNvPr>
              <p:cNvSpPr txBox="1">
                <a:spLocks noRot="1" noChangeAspect="1" noMove="1" noResize="1" noEditPoints="1" noAdjustHandles="1" noChangeArrowheads="1" noChangeShapeType="1" noTextEdit="1"/>
              </p:cNvSpPr>
              <p:nvPr/>
            </p:nvSpPr>
            <p:spPr>
              <a:xfrm>
                <a:off x="15886964" y="11376162"/>
                <a:ext cx="7277836" cy="1179105"/>
              </a:xfrm>
              <a:prstGeom prst="rect">
                <a:avLst/>
              </a:prstGeom>
              <a:blipFill>
                <a:blip r:embed="rId25"/>
                <a:stretch>
                  <a:fillRect l="-2783" t="-229787" b="-326596"/>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0" name="TextBox 384">
                <a:extLst>
                  <a:ext uri="{FF2B5EF4-FFF2-40B4-BE49-F238E27FC236}">
                    <a16:creationId xmlns:a16="http://schemas.microsoft.com/office/drawing/2014/main" id="{FFF121DB-907F-895A-F6C3-DA3C6590CEEC}"/>
                  </a:ext>
                </a:extLst>
              </p:cNvPr>
              <p:cNvSpPr txBox="1"/>
              <p:nvPr/>
            </p:nvSpPr>
            <p:spPr>
              <a:xfrm>
                <a:off x="15106645" y="14272311"/>
                <a:ext cx="5496783" cy="7822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𝑞</m:t>
                          </m:r>
                        </m:e>
                        <m:sub>
                          <m:r>
                            <a:rPr lang="en-US" sz="2400" b="0" i="1" smtClean="0">
                              <a:solidFill>
                                <a:srgbClr val="C00000"/>
                              </a:solidFill>
                              <a:latin typeface="Cambria Math" panose="02040503050406030204" pitchFamily="18" charset="0"/>
                            </a:rPr>
                            <m:t>1</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𝑆𝑥</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01</m:t>
                                  </m:r>
                                </m:sub>
                              </m:sSub>
                            </m:e>
                          </m:d>
                        </m:num>
                        <m:den>
                          <m:r>
                            <a:rPr lang="en-US" sz="2400" b="0" i="1" smtClean="0">
                              <a:latin typeface="Cambria Math" panose="02040503050406030204" pitchFamily="18" charset="0"/>
                            </a:rPr>
                            <m:t>𝐷</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01</m:t>
                              </m:r>
                            </m:sub>
                          </m:sSub>
                          <m:r>
                            <a:rPr lang="en-US" sz="2400" b="0" i="1" smtClean="0">
                              <a:latin typeface="Cambria Math" panose="02040503050406030204" pitchFamily="18" charset="0"/>
                            </a:rPr>
                            <m:t>)</m:t>
                          </m:r>
                        </m:den>
                      </m:f>
                      <m:r>
                        <a:rPr lang="en-US" sz="2400" b="0" i="1" smtClean="0">
                          <a:latin typeface="Cambria Math" panose="02040503050406030204" pitchFamily="18" charset="0"/>
                        </a:rPr>
                        <m:t>, </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 </m:t>
                          </m:r>
                          <m:r>
                            <a:rPr lang="en-US" sz="2400" b="0" i="1" smtClean="0">
                              <a:solidFill>
                                <a:srgbClr val="C00000"/>
                              </a:solidFill>
                              <a:latin typeface="Cambria Math" panose="02040503050406030204" pitchFamily="18" charset="0"/>
                            </a:rPr>
                            <m:t>𝑞</m:t>
                          </m:r>
                        </m:e>
                        <m:sub>
                          <m:r>
                            <a:rPr lang="en-US" sz="2400" b="0" i="1" smtClean="0">
                              <a:solidFill>
                                <a:srgbClr val="C00000"/>
                              </a:solidFill>
                              <a:latin typeface="Cambria Math" panose="02040503050406030204" pitchFamily="18" charset="0"/>
                            </a:rPr>
                            <m:t>2</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𝑆𝑥</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10</m:t>
                                  </m:r>
                                </m:sub>
                              </m:sSub>
                            </m:e>
                          </m:d>
                        </m:num>
                        <m:den>
                          <m:r>
                            <a:rPr lang="en-US" sz="2400" b="0" i="1" smtClean="0">
                              <a:latin typeface="Cambria Math" panose="02040503050406030204" pitchFamily="18" charset="0"/>
                            </a:rPr>
                            <m:t>𝐷</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10</m:t>
                              </m:r>
                            </m:sub>
                          </m:sSub>
                          <m:r>
                            <a:rPr lang="en-US" sz="2400" b="0" i="1" smtClean="0">
                              <a:latin typeface="Cambria Math" panose="02040503050406030204" pitchFamily="18" charset="0"/>
                            </a:rPr>
                            <m:t>)</m:t>
                          </m:r>
                        </m:den>
                      </m:f>
                    </m:oMath>
                  </m:oMathPara>
                </a14:m>
                <a:endParaRPr lang="en-JP" sz="2400" dirty="0"/>
              </a:p>
            </p:txBody>
          </p:sp>
        </mc:Choice>
        <mc:Fallback>
          <p:sp>
            <p:nvSpPr>
              <p:cNvPr id="70" name="TextBox 384">
                <a:extLst>
                  <a:ext uri="{FF2B5EF4-FFF2-40B4-BE49-F238E27FC236}">
                    <a16:creationId xmlns:a16="http://schemas.microsoft.com/office/drawing/2014/main" id="{FFF121DB-907F-895A-F6C3-DA3C6590CEEC}"/>
                  </a:ext>
                </a:extLst>
              </p:cNvPr>
              <p:cNvSpPr txBox="1">
                <a:spLocks noRot="1" noChangeAspect="1" noMove="1" noResize="1" noEditPoints="1" noAdjustHandles="1" noChangeArrowheads="1" noChangeShapeType="1" noTextEdit="1"/>
              </p:cNvSpPr>
              <p:nvPr/>
            </p:nvSpPr>
            <p:spPr>
              <a:xfrm>
                <a:off x="15106645" y="14272311"/>
                <a:ext cx="5496783" cy="782265"/>
              </a:xfrm>
              <a:prstGeom prst="rect">
                <a:avLst/>
              </a:prstGeom>
              <a:blipFill>
                <a:blip r:embed="rId26"/>
                <a:stretch>
                  <a:fillRect b="-1746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1" name="TextBox 399">
                <a:extLst>
                  <a:ext uri="{FF2B5EF4-FFF2-40B4-BE49-F238E27FC236}">
                    <a16:creationId xmlns:a16="http://schemas.microsoft.com/office/drawing/2014/main" id="{D8ACCD75-664F-A22B-2073-A3E4956C99E5}"/>
                  </a:ext>
                </a:extLst>
              </p:cNvPr>
              <p:cNvSpPr txBox="1"/>
              <p:nvPr/>
            </p:nvSpPr>
            <p:spPr>
              <a:xfrm>
                <a:off x="15363166" y="9614765"/>
                <a:ext cx="4813235" cy="1131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rPr>
                          </m:ctrlPr>
                        </m:funcPr>
                        <m:fName>
                          <m:limLow>
                            <m:limLowPr>
                              <m:ctrlPr>
                                <a:rPr lang="en-US" sz="2400" b="0" i="1" smtClean="0">
                                  <a:latin typeface="Cambria Math" panose="02040503050406030204" pitchFamily="18" charset="0"/>
                                </a:rPr>
                              </m:ctrlPr>
                            </m:limLowPr>
                            <m:e>
                              <m:r>
                                <m:rPr>
                                  <m:sty m:val="p"/>
                                </m:rPr>
                                <a:rPr lang="en-US" sz="2400" b="0" i="0" smtClean="0">
                                  <a:latin typeface="Cambria Math" panose="02040503050406030204" pitchFamily="18" charset="0"/>
                                </a:rPr>
                                <m:t>min</m:t>
                              </m:r>
                            </m:e>
                            <m:lim>
                              <m:r>
                                <a:rPr lang="en-US" sz="2400" b="0" i="1" smtClean="0">
                                  <a:latin typeface="Cambria Math" panose="02040503050406030204" pitchFamily="18" charset="0"/>
                                </a:rPr>
                                <m:t>𝜃</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𝛾</m:t>
                                  </m:r>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𝛾</m:t>
                                  </m:r>
                                  <m:r>
                                    <a:rPr lang="en-US" sz="2400" b="0" i="1" smtClean="0">
                                      <a:latin typeface="Cambria Math" panose="02040503050406030204" pitchFamily="18" charset="0"/>
                                    </a:rPr>
                                    <m:t>1</m:t>
                                  </m:r>
                                </m:sub>
                              </m:sSub>
                            </m:lim>
                          </m:limLow>
                        </m:fName>
                        <m:e>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𝑘</m:t>
                              </m:r>
                              <m:r>
                                <a:rPr lang="en-US" sz="2400" b="0" i="1" smtClean="0">
                                  <a:latin typeface="Cambria Math" panose="02040503050406030204" pitchFamily="18" charset="0"/>
                                </a:rPr>
                                <m:t>=0</m:t>
                              </m:r>
                            </m:sub>
                            <m:sup>
                              <m:r>
                                <a:rPr lang="en-US" sz="2400" b="0" i="1" smtClean="0">
                                  <a:latin typeface="Cambria Math" panose="02040503050406030204" pitchFamily="18" charset="0"/>
                                </a:rPr>
                                <m:t>𝑁</m:t>
                              </m:r>
                            </m:sup>
                            <m:e>
                              <m:sSub>
                                <m:sSubPr>
                                  <m:ctrlPr>
                                    <a:rPr lang="en-US" sz="2400" b="0" i="1" smtClean="0">
                                      <a:latin typeface="Cambria Math" panose="02040503050406030204" pitchFamily="18" charset="0"/>
                                    </a:rPr>
                                  </m:ctrlPr>
                                </m:sSub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𝑦</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e>
                                      </m:d>
                                      <m:r>
                                        <a:rPr lang="en-US" sz="2400" b="0" i="1" smtClean="0">
                                          <a:latin typeface="Cambria Math" panose="02040503050406030204" pitchFamily="18" charset="0"/>
                                        </a:rPr>
                                        <m:t>−</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𝑦</m:t>
                                          </m:r>
                                        </m:e>
                                      </m:acc>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e>
                                      </m:d>
                                    </m:e>
                                  </m:d>
                                </m:e>
                                <m:sub>
                                  <m:r>
                                    <a:rPr lang="en-US" sz="2400" b="0" i="1" smtClean="0">
                                      <a:latin typeface="Cambria Math" panose="02040503050406030204" pitchFamily="18" charset="0"/>
                                    </a:rPr>
                                    <m:t>2</m:t>
                                  </m:r>
                                </m:sub>
                              </m:sSub>
                            </m:e>
                          </m:nary>
                        </m:e>
                      </m:func>
                    </m:oMath>
                  </m:oMathPara>
                </a14:m>
                <a:endParaRPr lang="en-JP" sz="2000" dirty="0"/>
              </a:p>
            </p:txBody>
          </p:sp>
        </mc:Choice>
        <mc:Fallback>
          <p:sp>
            <p:nvSpPr>
              <p:cNvPr id="71" name="TextBox 399">
                <a:extLst>
                  <a:ext uri="{FF2B5EF4-FFF2-40B4-BE49-F238E27FC236}">
                    <a16:creationId xmlns:a16="http://schemas.microsoft.com/office/drawing/2014/main" id="{D8ACCD75-664F-A22B-2073-A3E4956C99E5}"/>
                  </a:ext>
                </a:extLst>
              </p:cNvPr>
              <p:cNvSpPr txBox="1">
                <a:spLocks noRot="1" noChangeAspect="1" noMove="1" noResize="1" noEditPoints="1" noAdjustHandles="1" noChangeArrowheads="1" noChangeShapeType="1" noTextEdit="1"/>
              </p:cNvSpPr>
              <p:nvPr/>
            </p:nvSpPr>
            <p:spPr>
              <a:xfrm>
                <a:off x="15363166" y="9614765"/>
                <a:ext cx="4813235" cy="1131143"/>
              </a:xfrm>
              <a:prstGeom prst="rect">
                <a:avLst/>
              </a:prstGeom>
              <a:blipFill>
                <a:blip r:embed="rId27"/>
                <a:stretch>
                  <a:fillRect t="-100000" b="-154945"/>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2" name="TextBox 404">
                <a:extLst>
                  <a:ext uri="{FF2B5EF4-FFF2-40B4-BE49-F238E27FC236}">
                    <a16:creationId xmlns:a16="http://schemas.microsoft.com/office/drawing/2014/main" id="{F77EC1F9-A600-B4D0-B4F8-0C7CCA0C0F84}"/>
                  </a:ext>
                </a:extLst>
              </p:cNvPr>
              <p:cNvSpPr txBox="1"/>
              <p:nvPr/>
            </p:nvSpPr>
            <p:spPr>
              <a:xfrm>
                <a:off x="15886963" y="12982580"/>
                <a:ext cx="6425073" cy="1093954"/>
              </a:xfrm>
              <a:prstGeom prst="rect">
                <a:avLst/>
              </a:prstGeom>
              <a:noFill/>
            </p:spPr>
            <p:txBody>
              <a:bodyPr wrap="square" lIns="0" tIns="0" rIns="0" bIns="0" rtlCol="0">
                <a:spAutoFit/>
              </a:bodyPr>
              <a:lstStyle/>
              <a:p>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𝑦</m:t>
                        </m:r>
                      </m:e>
                    </m:acc>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e>
                    </m:d>
                    <m:r>
                      <a:rPr lang="en-US" sz="2400" b="0" i="1" smtClean="0">
                        <a:latin typeface="Cambria Math" panose="02040503050406030204" pitchFamily="18" charset="0"/>
                      </a:rPr>
                      <m:t>=</m:t>
                    </m:r>
                    <m:r>
                      <a:rPr lang="en-US" sz="2400" b="0" i="1" smtClean="0">
                        <a:latin typeface="Cambria Math" panose="02040503050406030204" pitchFamily="18" charset="0"/>
                      </a:rPr>
                      <m:t>𝐶</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e>
                        </m:d>
                      </m:e>
                    </m:d>
                    <m:r>
                      <a:rPr lang="en-US" sz="2400" b="0" i="1" smtClean="0">
                        <a:latin typeface="Cambria Math" panose="02040503050406030204" pitchFamily="18" charset="0"/>
                      </a:rPr>
                      <m:t>,</m:t>
                    </m:r>
                    <m:r>
                      <a:rPr lang="en-US" sz="2400" b="0" i="1" smtClean="0">
                        <a:latin typeface="Cambria Math" panose="02040503050406030204" pitchFamily="18" charset="0"/>
                      </a:rPr>
                      <m:t>𝑥</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0</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0</m:t>
                        </m:r>
                      </m:sub>
                    </m:sSub>
                  </m:oMath>
                </a14:m>
                <a:r>
                  <a:rPr lang="en-JP" sz="2000" dirty="0"/>
                  <a:t>, </a:t>
                </a:r>
              </a:p>
              <a:p>
                <a14:m>
                  <m:oMath xmlns:m="http://schemas.openxmlformats.org/officeDocument/2006/math">
                    <m:r>
                      <a:rPr lang="en-US" sz="2400" i="1">
                        <a:latin typeface="Cambria Math" panose="02040503050406030204" pitchFamily="18" charset="0"/>
                      </a:rPr>
                      <m:t>𝑆</m:t>
                    </m:r>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0 0 1 1 0 0 0</m:t>
                        </m:r>
                      </m:e>
                    </m:d>
                    <m:r>
                      <a:rPr lang="en-US" sz="2400" i="1">
                        <a:latin typeface="Cambria Math" panose="02040503050406030204" pitchFamily="18" charset="0"/>
                      </a:rPr>
                      <m:t>, </m:t>
                    </m:r>
                  </m:oMath>
                </a14:m>
                <a:r>
                  <a:rPr lang="en-JP" sz="2400" i="1" dirty="0">
                    <a:latin typeface="Cambria Math" panose="02040503050406030204" pitchFamily="18" charset="0"/>
                  </a:rPr>
                  <a:t>C </a:t>
                </a:r>
                <a14:m>
                  <m:oMath xmlns:m="http://schemas.openxmlformats.org/officeDocument/2006/math">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1 0 0 0 0 0 0</m:t>
                        </m:r>
                      </m:e>
                    </m:d>
                    <m:r>
                      <a:rPr lang="en-US" sz="2400" b="0" i="1" smtClean="0">
                        <a:latin typeface="Cambria Math" panose="02040503050406030204" pitchFamily="18" charset="0"/>
                      </a:rPr>
                      <m:t>,</m:t>
                    </m:r>
                    <m:r>
                      <a:rPr lang="en-US" sz="2400" i="1">
                        <a:latin typeface="Cambria Math" panose="02040503050406030204" pitchFamily="18" charset="0"/>
                      </a:rPr>
                      <m:t> </m:t>
                    </m:r>
                  </m:oMath>
                </a14:m>
                <a:r>
                  <a:rPr lang="en-JP" sz="2000" i="1" dirty="0">
                    <a:latin typeface="Cambria Math" panose="02040503050406030204" pitchFamily="18" charset="0"/>
                  </a:rPr>
                  <a:t> </a:t>
                </a:r>
                <a:endParaRPr lang="en-US" sz="2000" i="1" dirty="0">
                  <a:latin typeface="Cambria Math" panose="02040503050406030204" pitchFamily="18" charset="0"/>
                </a:endParaRPr>
              </a:p>
              <a:p>
                <a:endParaRPr lang="en-JP" sz="2000" dirty="0"/>
              </a:p>
            </p:txBody>
          </p:sp>
        </mc:Choice>
        <mc:Fallback>
          <p:sp>
            <p:nvSpPr>
              <p:cNvPr id="72" name="TextBox 404">
                <a:extLst>
                  <a:ext uri="{FF2B5EF4-FFF2-40B4-BE49-F238E27FC236}">
                    <a16:creationId xmlns:a16="http://schemas.microsoft.com/office/drawing/2014/main" id="{F77EC1F9-A600-B4D0-B4F8-0C7CCA0C0F84}"/>
                  </a:ext>
                </a:extLst>
              </p:cNvPr>
              <p:cNvSpPr txBox="1">
                <a:spLocks noRot="1" noChangeAspect="1" noMove="1" noResize="1" noEditPoints="1" noAdjustHandles="1" noChangeArrowheads="1" noChangeShapeType="1" noTextEdit="1"/>
              </p:cNvSpPr>
              <p:nvPr/>
            </p:nvSpPr>
            <p:spPr>
              <a:xfrm>
                <a:off x="15886963" y="12982580"/>
                <a:ext cx="6425073" cy="1093954"/>
              </a:xfrm>
              <a:prstGeom prst="rect">
                <a:avLst/>
              </a:prstGeom>
              <a:blipFill>
                <a:blip r:embed="rId28"/>
                <a:stretch>
                  <a:fillRect l="-1578" t="-2299"/>
                </a:stretch>
              </a:blipFill>
            </p:spPr>
            <p:txBody>
              <a:bodyPr/>
              <a:lstStyle/>
              <a:p>
                <a:r>
                  <a:rPr lang="ja-JP" altLang="en-US">
                    <a:noFill/>
                  </a:rPr>
                  <a:t> </a:t>
                </a:r>
              </a:p>
            </p:txBody>
          </p:sp>
        </mc:Fallback>
      </mc:AlternateContent>
      <p:pic>
        <p:nvPicPr>
          <p:cNvPr id="52" name="図 51">
            <a:extLst>
              <a:ext uri="{FF2B5EF4-FFF2-40B4-BE49-F238E27FC236}">
                <a16:creationId xmlns:a16="http://schemas.microsoft.com/office/drawing/2014/main" id="{EF5FC00A-01C3-0296-FC1D-0AE5E201C5C3}"/>
              </a:ext>
            </a:extLst>
          </p:cNvPr>
          <p:cNvPicPr>
            <a:picLocks noChangeAspect="1"/>
          </p:cNvPicPr>
          <p:nvPr/>
        </p:nvPicPr>
        <p:blipFill>
          <a:blip r:embed="rId29"/>
          <a:stretch>
            <a:fillRect/>
          </a:stretch>
        </p:blipFill>
        <p:spPr>
          <a:xfrm>
            <a:off x="2883740" y="18845413"/>
            <a:ext cx="11255893" cy="2428497"/>
          </a:xfrm>
          <a:prstGeom prst="rect">
            <a:avLst/>
          </a:prstGeom>
        </p:spPr>
      </p:pic>
      <p:grpSp>
        <p:nvGrpSpPr>
          <p:cNvPr id="100" name="グループ化 99">
            <a:extLst>
              <a:ext uri="{FF2B5EF4-FFF2-40B4-BE49-F238E27FC236}">
                <a16:creationId xmlns:a16="http://schemas.microsoft.com/office/drawing/2014/main" id="{CBB4C7DB-40D9-1DC2-5C77-A320B012B8A8}"/>
              </a:ext>
            </a:extLst>
          </p:cNvPr>
          <p:cNvGrpSpPr/>
          <p:nvPr/>
        </p:nvGrpSpPr>
        <p:grpSpPr>
          <a:xfrm>
            <a:off x="883694" y="12759542"/>
            <a:ext cx="13939495" cy="2322445"/>
            <a:chOff x="2047374" y="18738768"/>
            <a:chExt cx="13939495" cy="2322445"/>
          </a:xfrm>
        </p:grpSpPr>
        <p:cxnSp>
          <p:nvCxnSpPr>
            <p:cNvPr id="102" name="直線コネクタ 101">
              <a:extLst>
                <a:ext uri="{FF2B5EF4-FFF2-40B4-BE49-F238E27FC236}">
                  <a16:creationId xmlns:a16="http://schemas.microsoft.com/office/drawing/2014/main" id="{8276A6F7-2E3C-65AC-503A-2709D2EEAEAD}"/>
                </a:ext>
              </a:extLst>
            </p:cNvPr>
            <p:cNvCxnSpPr>
              <a:cxnSpLocks/>
            </p:cNvCxnSpPr>
            <p:nvPr/>
          </p:nvCxnSpPr>
          <p:spPr>
            <a:xfrm>
              <a:off x="2047374" y="18738768"/>
              <a:ext cx="0" cy="1917666"/>
            </a:xfrm>
            <a:prstGeom prst="line">
              <a:avLst/>
            </a:prstGeom>
            <a:ln w="31750"/>
          </p:spPr>
          <p:style>
            <a:lnRef idx="2">
              <a:schemeClr val="dk1"/>
            </a:lnRef>
            <a:fillRef idx="0">
              <a:schemeClr val="dk1"/>
            </a:fillRef>
            <a:effectRef idx="1">
              <a:schemeClr val="dk1"/>
            </a:effectRef>
            <a:fontRef idx="minor">
              <a:schemeClr val="tx1"/>
            </a:fontRef>
          </p:style>
        </p:cxnSp>
        <p:sp>
          <p:nvSpPr>
            <p:cNvPr id="103" name="テキスト ボックス 102">
              <a:extLst>
                <a:ext uri="{FF2B5EF4-FFF2-40B4-BE49-F238E27FC236}">
                  <a16:creationId xmlns:a16="http://schemas.microsoft.com/office/drawing/2014/main" id="{158B99F2-ACAA-7F4E-8525-11A5041BC536}"/>
                </a:ext>
              </a:extLst>
            </p:cNvPr>
            <p:cNvSpPr txBox="1"/>
            <p:nvPr/>
          </p:nvSpPr>
          <p:spPr>
            <a:xfrm>
              <a:off x="2047374" y="18738768"/>
              <a:ext cx="13939495" cy="584775"/>
            </a:xfrm>
            <a:prstGeom prst="rect">
              <a:avLst/>
            </a:prstGeom>
            <a:noFill/>
          </p:spPr>
          <p:txBody>
            <a:bodyPr wrap="square" rtlCol="0">
              <a:spAutoFit/>
            </a:bodyPr>
            <a:lstStyle/>
            <a:p>
              <a:r>
                <a:rPr lang="en-US" altLang="ja-JP" sz="3200" b="1" dirty="0">
                  <a:latin typeface="メイリオ" panose="020B0604030504040204" pitchFamily="50" charset="-128"/>
                  <a:ea typeface="メイリオ" panose="020B0604030504040204" pitchFamily="50" charset="-128"/>
                </a:rPr>
                <a:t>SSOGMM</a:t>
              </a:r>
              <a:r>
                <a:rPr lang="en-US" altLang="ja-JP" sz="3200" b="1" baseline="30000" dirty="0">
                  <a:latin typeface="メイリオ" panose="020B0604030504040204" pitchFamily="50" charset="-128"/>
                  <a:ea typeface="メイリオ" panose="020B0604030504040204" pitchFamily="50" charset="-128"/>
                </a:rPr>
                <a:t>[3] </a:t>
              </a:r>
              <a:r>
                <a:rPr lang="en-US" altLang="ja-JP" sz="2800" b="1" dirty="0">
                  <a:latin typeface="メイリオ" panose="020B0604030504040204" pitchFamily="50" charset="-128"/>
                  <a:ea typeface="メイリオ" panose="020B0604030504040204" pitchFamily="50" charset="-128"/>
                </a:rPr>
                <a:t>(</a:t>
              </a:r>
              <a:r>
                <a:rPr lang="en-US" altLang="ja-JP" sz="2000" b="1" dirty="0">
                  <a:latin typeface="メイリオ" panose="020B0604030504040204" pitchFamily="50" charset="-128"/>
                  <a:ea typeface="メイリオ" panose="020B0604030504040204" pitchFamily="50" charset="-128"/>
                </a:rPr>
                <a:t>Switched Subcutaneous Oral Glucose Minimal Mode</a:t>
              </a:r>
              <a:r>
                <a:rPr lang="en-US" altLang="ja-JP" sz="2400" b="1" dirty="0">
                  <a:latin typeface="メイリオ" panose="020B0604030504040204" pitchFamily="50" charset="-128"/>
                  <a:ea typeface="メイリオ" panose="020B0604030504040204" pitchFamily="50" charset="-128"/>
                </a:rPr>
                <a:t>l</a:t>
              </a:r>
              <a:r>
                <a:rPr lang="en-US" altLang="ja-JP" sz="2800" b="1" dirty="0">
                  <a:latin typeface="メイリオ" panose="020B0604030504040204" pitchFamily="50" charset="-128"/>
                  <a:ea typeface="メイリオ" panose="020B0604030504040204" pitchFamily="50" charset="-128"/>
                </a:rPr>
                <a:t>)</a:t>
              </a:r>
              <a:endParaRPr kumimoji="1" lang="ja-JP" altLang="en-US" sz="3200" b="1" dirty="0">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4C538B7D-AE1E-7507-C1A3-E4F209B07656}"/>
                </a:ext>
              </a:extLst>
            </p:cNvPr>
            <p:cNvSpPr txBox="1"/>
            <p:nvPr/>
          </p:nvSpPr>
          <p:spPr>
            <a:xfrm>
              <a:off x="2047374" y="19429997"/>
              <a:ext cx="12392526" cy="1631216"/>
            </a:xfrm>
            <a:prstGeom prst="rect">
              <a:avLst/>
            </a:prstGeom>
            <a:noFill/>
          </p:spPr>
          <p:txBody>
            <a:bodyPr wrap="square" rtlCol="0">
              <a:spAutoFit/>
            </a:bodyPr>
            <a:lstStyle/>
            <a:p>
              <a:r>
                <a:rPr kumimoji="1" lang="en-US" altLang="ja-JP" sz="2400" dirty="0">
                  <a:latin typeface="メイリオ" panose="020B0604030504040204" pitchFamily="50" charset="-128"/>
                  <a:ea typeface="メイリオ" panose="020B0604030504040204" pitchFamily="50" charset="-128"/>
                </a:rPr>
                <a:t>SOGMM</a:t>
              </a:r>
              <a:r>
                <a:rPr kumimoji="1" lang="en-US" altLang="ja-JP" sz="2400" baseline="30000" dirty="0">
                  <a:latin typeface="メイリオ" panose="020B0604030504040204" pitchFamily="50" charset="-128"/>
                  <a:ea typeface="メイリオ" panose="020B0604030504040204" pitchFamily="50" charset="-128"/>
                </a:rPr>
                <a:t>[4]</a:t>
              </a:r>
              <a:r>
                <a:rPr lang="en-US" altLang="ja-JP" sz="2400" dirty="0">
                  <a:latin typeface="メイリオ" panose="020B0604030504040204" pitchFamily="50" charset="-128"/>
                  <a:ea typeface="メイリオ" panose="020B0604030504040204" pitchFamily="50" charset="-128"/>
                </a:rPr>
                <a:t>(Subcutaneous Oral Glucose Minimal Model)</a:t>
              </a:r>
              <a:r>
                <a:rPr lang="ja-JP" altLang="en-US" sz="2400" dirty="0">
                  <a:latin typeface="メイリオ" panose="020B0604030504040204" pitchFamily="50" charset="-128"/>
                  <a:ea typeface="メイリオ" panose="020B0604030504040204" pitchFamily="50" charset="-128"/>
                </a:rPr>
                <a:t>に消化吸収式の線形切り替えシステムを追加した制御志向モデルである．</a:t>
              </a:r>
              <a:r>
                <a:rPr lang="en-US" altLang="ja-JP" sz="2400" dirty="0">
                  <a:latin typeface="Meiryo" panose="020B0604030504040204" pitchFamily="34" charset="-128"/>
                  <a:ea typeface="Meiryo" panose="020B0604030504040204" pitchFamily="34" charset="-128"/>
                </a:rPr>
                <a:t>7</a:t>
              </a:r>
              <a:r>
                <a:rPr lang="ja-JP" altLang="en-US" sz="2400" dirty="0">
                  <a:latin typeface="Meiryo" panose="020B0604030504040204" pitchFamily="34" charset="-128"/>
                  <a:ea typeface="Meiryo" panose="020B0604030504040204" pitchFamily="34" charset="-128"/>
                </a:rPr>
                <a:t>次元の状態次元と</a:t>
              </a:r>
              <a:r>
                <a:rPr lang="en-US" altLang="ja-JP" sz="2400" dirty="0">
                  <a:latin typeface="Meiryo" panose="020B0604030504040204" pitchFamily="34" charset="-128"/>
                  <a:ea typeface="Meiryo" panose="020B0604030504040204" pitchFamily="34" charset="-128"/>
                </a:rPr>
                <a:t>12</a:t>
              </a:r>
              <a:r>
                <a:rPr lang="ja-JP" altLang="en-US" sz="2400" dirty="0">
                  <a:latin typeface="Meiryo" panose="020B0604030504040204" pitchFamily="34" charset="-128"/>
                  <a:ea typeface="Meiryo" panose="020B0604030504040204" pitchFamily="34" charset="-128"/>
                </a:rPr>
                <a:t>の代謝パラメータを含む．</a:t>
              </a:r>
              <a:r>
                <a:rPr lang="en-US" altLang="ja-JP" sz="2400" dirty="0">
                  <a:latin typeface="Meiryo" panose="020B0604030504040204" pitchFamily="34" charset="-128"/>
                  <a:ea typeface="Meiryo" panose="020B0604030504040204" pitchFamily="34" charset="-128"/>
                </a:rPr>
                <a:t>2</a:t>
              </a:r>
              <a:r>
                <a:rPr lang="ja-JP" altLang="en-US" sz="2400" dirty="0">
                  <a:latin typeface="Meiryo" panose="020B0604030504040204" pitchFamily="34" charset="-128"/>
                  <a:ea typeface="Meiryo" panose="020B0604030504040204" pitchFamily="34" charset="-128"/>
                </a:rPr>
                <a:t>つの非線形項（</a:t>
              </a:r>
              <a:r>
                <a:rPr lang="ja-JP" altLang="en-US" sz="2400" b="1" dirty="0">
                  <a:latin typeface="Meiryo" panose="020B0604030504040204" pitchFamily="34" charset="-128"/>
                  <a:ea typeface="Meiryo" panose="020B0604030504040204" pitchFamily="34" charset="-128"/>
                </a:rPr>
                <a:t>双線形＋</a:t>
              </a:r>
              <a:r>
                <a:rPr lang="ja-JP" altLang="en-US" sz="2400" b="1" dirty="0">
                  <a:solidFill>
                    <a:srgbClr val="C00000"/>
                  </a:solidFill>
                  <a:latin typeface="Meiryo" panose="020B0604030504040204" pitchFamily="34" charset="-128"/>
                  <a:ea typeface="Meiryo" panose="020B0604030504040204" pitchFamily="34" charset="-128"/>
                </a:rPr>
                <a:t>切り換え項</a:t>
              </a:r>
              <a:r>
                <a:rPr lang="ja-JP" altLang="en-US" sz="2400" dirty="0">
                  <a:latin typeface="Meiryo" panose="020B0604030504040204" pitchFamily="34" charset="-128"/>
                  <a:ea typeface="Meiryo" panose="020B0604030504040204" pitchFamily="34" charset="-128"/>
                </a:rPr>
                <a:t>）を含む．</a:t>
              </a:r>
            </a:p>
            <a:p>
              <a:endParaRPr kumimoji="1" lang="ja-JP" altLang="en-US" sz="2800" dirty="0">
                <a:latin typeface="メイリオ" panose="020B0604030504040204" pitchFamily="50" charset="-128"/>
                <a:ea typeface="メイリオ" panose="020B0604030504040204" pitchFamily="50" charset="-128"/>
              </a:endParaRPr>
            </a:p>
          </p:txBody>
        </p:sp>
      </p:grpSp>
      <p:cxnSp>
        <p:nvCxnSpPr>
          <p:cNvPr id="105" name="直線コネクタ 104">
            <a:extLst>
              <a:ext uri="{FF2B5EF4-FFF2-40B4-BE49-F238E27FC236}">
                <a16:creationId xmlns:a16="http://schemas.microsoft.com/office/drawing/2014/main" id="{26B1A89F-7C44-57BE-783B-92262ED7AFA1}"/>
              </a:ext>
            </a:extLst>
          </p:cNvPr>
          <p:cNvCxnSpPr>
            <a:cxnSpLocks/>
          </p:cNvCxnSpPr>
          <p:nvPr/>
        </p:nvCxnSpPr>
        <p:spPr>
          <a:xfrm>
            <a:off x="15137606" y="9216862"/>
            <a:ext cx="0" cy="7669571"/>
          </a:xfrm>
          <a:prstGeom prst="line">
            <a:avLst/>
          </a:prstGeom>
          <a:ln w="31750"/>
        </p:spPr>
        <p:style>
          <a:lnRef idx="2">
            <a:schemeClr val="dk1"/>
          </a:lnRef>
          <a:fillRef idx="0">
            <a:schemeClr val="dk1"/>
          </a:fillRef>
          <a:effectRef idx="1">
            <a:schemeClr val="dk1"/>
          </a:effectRef>
          <a:fontRef idx="minor">
            <a:schemeClr val="tx1"/>
          </a:fontRef>
        </p:style>
      </p:cxnSp>
      <p:pic>
        <p:nvPicPr>
          <p:cNvPr id="108" name="図 107" descr="グラフ, 折れ線グラフ&#10;&#10;AI 生成コンテンツは誤りを含む可能性があります。">
            <a:extLst>
              <a:ext uri="{FF2B5EF4-FFF2-40B4-BE49-F238E27FC236}">
                <a16:creationId xmlns:a16="http://schemas.microsoft.com/office/drawing/2014/main" id="{7E6B3CD6-986A-CFE1-942A-585FC7194E38}"/>
              </a:ext>
            </a:extLst>
          </p:cNvPr>
          <p:cNvPicPr>
            <a:picLocks noChangeAspect="1"/>
          </p:cNvPicPr>
          <p:nvPr/>
        </p:nvPicPr>
        <p:blipFill>
          <a:blip r:embed="rId30"/>
          <a:stretch>
            <a:fillRect/>
          </a:stretch>
        </p:blipFill>
        <p:spPr>
          <a:xfrm>
            <a:off x="1012437" y="14954373"/>
            <a:ext cx="7772400" cy="1945232"/>
          </a:xfrm>
          <a:prstGeom prst="rect">
            <a:avLst/>
          </a:prstGeom>
        </p:spPr>
      </p:pic>
      <mc:AlternateContent xmlns:mc="http://schemas.openxmlformats.org/markup-compatibility/2006">
        <mc:Choice xmlns:a14="http://schemas.microsoft.com/office/drawing/2010/main" Requires="a14">
          <p:sp>
            <p:nvSpPr>
              <p:cNvPr id="112" name="TextBox 401">
                <a:extLst>
                  <a:ext uri="{FF2B5EF4-FFF2-40B4-BE49-F238E27FC236}">
                    <a16:creationId xmlns:a16="http://schemas.microsoft.com/office/drawing/2014/main" id="{C0225721-D288-7787-A42C-B488DB2BF0F4}"/>
                  </a:ext>
                </a:extLst>
              </p:cNvPr>
              <p:cNvSpPr txBox="1"/>
              <p:nvPr/>
            </p:nvSpPr>
            <p:spPr>
              <a:xfrm>
                <a:off x="15536577" y="10689037"/>
                <a:ext cx="159178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subject</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to</m:t>
                      </m:r>
                    </m:oMath>
                  </m:oMathPara>
                </a14:m>
                <a:endParaRPr lang="en-JP" sz="2800" dirty="0"/>
              </a:p>
            </p:txBody>
          </p:sp>
        </mc:Choice>
        <mc:Fallback>
          <p:sp>
            <p:nvSpPr>
              <p:cNvPr id="112" name="TextBox 401">
                <a:extLst>
                  <a:ext uri="{FF2B5EF4-FFF2-40B4-BE49-F238E27FC236}">
                    <a16:creationId xmlns:a16="http://schemas.microsoft.com/office/drawing/2014/main" id="{C0225721-D288-7787-A42C-B488DB2BF0F4}"/>
                  </a:ext>
                </a:extLst>
              </p:cNvPr>
              <p:cNvSpPr txBox="1">
                <a:spLocks noRot="1" noChangeAspect="1" noMove="1" noResize="1" noEditPoints="1" noAdjustHandles="1" noChangeArrowheads="1" noChangeShapeType="1" noTextEdit="1"/>
              </p:cNvSpPr>
              <p:nvPr/>
            </p:nvSpPr>
            <p:spPr>
              <a:xfrm>
                <a:off x="15536577" y="10689037"/>
                <a:ext cx="1591782" cy="430887"/>
              </a:xfrm>
              <a:prstGeom prst="rect">
                <a:avLst/>
              </a:prstGeom>
              <a:blipFill>
                <a:blip r:embed="rId31"/>
                <a:stretch>
                  <a:fillRect l="-7143" t="-8571" r="-3175" b="-37143"/>
                </a:stretch>
              </a:blipFill>
            </p:spPr>
            <p:txBody>
              <a:bodyPr/>
              <a:lstStyle/>
              <a:p>
                <a:r>
                  <a:rPr lang="ja-JP" altLang="en-US">
                    <a:noFill/>
                  </a:rPr>
                  <a:t> </a:t>
                </a:r>
              </a:p>
            </p:txBody>
          </p:sp>
        </mc:Fallback>
      </mc:AlternateContent>
      <p:grpSp>
        <p:nvGrpSpPr>
          <p:cNvPr id="113" name="グループ化 112">
            <a:extLst>
              <a:ext uri="{FF2B5EF4-FFF2-40B4-BE49-F238E27FC236}">
                <a16:creationId xmlns:a16="http://schemas.microsoft.com/office/drawing/2014/main" id="{21E18409-1FBB-B7CA-95EB-B2BB6BEE87AB}"/>
              </a:ext>
            </a:extLst>
          </p:cNvPr>
          <p:cNvGrpSpPr/>
          <p:nvPr/>
        </p:nvGrpSpPr>
        <p:grpSpPr>
          <a:xfrm>
            <a:off x="883694" y="9753953"/>
            <a:ext cx="12503344" cy="2526989"/>
            <a:chOff x="1936556" y="12558136"/>
            <a:chExt cx="12503344" cy="2526989"/>
          </a:xfrm>
        </p:grpSpPr>
        <p:cxnSp>
          <p:nvCxnSpPr>
            <p:cNvPr id="114" name="直線コネクタ 113">
              <a:extLst>
                <a:ext uri="{FF2B5EF4-FFF2-40B4-BE49-F238E27FC236}">
                  <a16:creationId xmlns:a16="http://schemas.microsoft.com/office/drawing/2014/main" id="{727A4DFD-8430-3ED4-9800-346C968331C3}"/>
                </a:ext>
              </a:extLst>
            </p:cNvPr>
            <p:cNvCxnSpPr>
              <a:cxnSpLocks/>
            </p:cNvCxnSpPr>
            <p:nvPr/>
          </p:nvCxnSpPr>
          <p:spPr>
            <a:xfrm>
              <a:off x="1936556" y="12558136"/>
              <a:ext cx="0" cy="2526989"/>
            </a:xfrm>
            <a:prstGeom prst="line">
              <a:avLst/>
            </a:prstGeom>
            <a:ln w="31750"/>
          </p:spPr>
          <p:style>
            <a:lnRef idx="2">
              <a:schemeClr val="dk1"/>
            </a:lnRef>
            <a:fillRef idx="0">
              <a:schemeClr val="dk1"/>
            </a:fillRef>
            <a:effectRef idx="1">
              <a:schemeClr val="dk1"/>
            </a:effectRef>
            <a:fontRef idx="minor">
              <a:schemeClr val="tx1"/>
            </a:fontRef>
          </p:style>
        </p:cxnSp>
        <p:sp>
          <p:nvSpPr>
            <p:cNvPr id="115" name="テキスト ボックス 114">
              <a:extLst>
                <a:ext uri="{FF2B5EF4-FFF2-40B4-BE49-F238E27FC236}">
                  <a16:creationId xmlns:a16="http://schemas.microsoft.com/office/drawing/2014/main" id="{8DDCB98E-F1AB-1053-C55F-CB83BA433931}"/>
                </a:ext>
              </a:extLst>
            </p:cNvPr>
            <p:cNvSpPr txBox="1">
              <a:spLocks/>
            </p:cNvSpPr>
            <p:nvPr/>
          </p:nvSpPr>
          <p:spPr>
            <a:xfrm>
              <a:off x="2047375" y="12687300"/>
              <a:ext cx="8707878" cy="523220"/>
            </a:xfrm>
            <a:prstGeom prst="rect">
              <a:avLst/>
            </a:prstGeom>
            <a:noFill/>
          </p:spPr>
          <p:txBody>
            <a:bodyPr wrap="square" lIns="90000" rtlCol="0">
              <a:spAutoFit/>
            </a:bodyPr>
            <a:lstStyle/>
            <a:p>
              <a:r>
                <a:rPr kumimoji="1" lang="en-US" altLang="ja-JP" sz="2800" b="1" dirty="0">
                  <a:latin typeface="メイリオ" panose="020B0604030504040204" pitchFamily="50" charset="-128"/>
                  <a:ea typeface="メイリオ" panose="020B0604030504040204" pitchFamily="50" charset="-128"/>
                </a:rPr>
                <a:t>UVA/Padova </a:t>
              </a:r>
              <a:r>
                <a:rPr kumimoji="1" lang="ja-JP" altLang="en-US" sz="2800" b="1">
                  <a:latin typeface="メイリオ" panose="020B0604030504040204" pitchFamily="50" charset="-128"/>
                  <a:ea typeface="メイリオ" panose="020B0604030504040204" pitchFamily="50" charset="-128"/>
                </a:rPr>
                <a:t>モデル</a:t>
              </a:r>
              <a:r>
                <a:rPr kumimoji="1" lang="en-US" altLang="ja-JP" sz="2800" b="1" baseline="30000" dirty="0">
                  <a:latin typeface="メイリオ" panose="020B0604030504040204" pitchFamily="50" charset="-128"/>
                  <a:ea typeface="メイリオ" panose="020B0604030504040204" pitchFamily="50" charset="-128"/>
                </a:rPr>
                <a:t>[1][2]</a:t>
              </a:r>
              <a:endParaRPr kumimoji="1" lang="ja-JP" altLang="en-US" sz="2800" b="1" baseline="30000" dirty="0">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8B9BE608-7B05-3BC0-F124-D87B5544C0DC}"/>
                </a:ext>
              </a:extLst>
            </p:cNvPr>
            <p:cNvSpPr txBox="1"/>
            <p:nvPr/>
          </p:nvSpPr>
          <p:spPr>
            <a:xfrm>
              <a:off x="2047374" y="13081214"/>
              <a:ext cx="12392526" cy="1938992"/>
            </a:xfrm>
            <a:prstGeom prst="rect">
              <a:avLst/>
            </a:prstGeom>
            <a:noFill/>
          </p:spPr>
          <p:txBody>
            <a:bodyPr wrap="square" rtlCol="0">
              <a:spAutoFit/>
            </a:bodyPr>
            <a:lstStyle/>
            <a:p>
              <a:r>
                <a:rPr kumimoji="1" lang="ja-JP" altLang="en-US" sz="2400" dirty="0">
                  <a:latin typeface="メイリオ" panose="020B0604030504040204" pitchFamily="50" charset="-128"/>
                  <a:ea typeface="メイリオ" panose="020B0604030504040204" pitchFamily="50" charset="-128"/>
                </a:rPr>
                <a:t>アメリカ</a:t>
              </a:r>
              <a:r>
                <a:rPr kumimoji="1" lang="en-US" altLang="ja-JP" sz="2400" dirty="0">
                  <a:latin typeface="メイリオ" panose="020B0604030504040204" pitchFamily="50" charset="-128"/>
                  <a:ea typeface="メイリオ" panose="020B0604030504040204" pitchFamily="50" charset="-128"/>
                </a:rPr>
                <a:t>FDA</a:t>
              </a:r>
              <a:r>
                <a:rPr kumimoji="1" lang="ja-JP" altLang="en-US" sz="2400" dirty="0">
                  <a:latin typeface="メイリオ" panose="020B0604030504040204" pitchFamily="50" charset="-128"/>
                  <a:ea typeface="メイリオ" panose="020B0604030504040204" pitchFamily="50" charset="-128"/>
                </a:rPr>
                <a:t>が動物実験の代替として承認</a:t>
              </a:r>
              <a:r>
                <a:rPr kumimoji="1" lang="ja-JP" altLang="en-US" sz="2400">
                  <a:latin typeface="メイリオ" panose="020B0604030504040204" pitchFamily="50" charset="-128"/>
                  <a:ea typeface="メイリオ" panose="020B0604030504040204" pitchFamily="50" charset="-128"/>
                </a:rPr>
                <a:t>した，</a:t>
              </a:r>
              <a:endParaRPr kumimoji="1" lang="en-US" altLang="ja-JP" sz="2400" dirty="0">
                <a:latin typeface="メイリオ" panose="020B0604030504040204" pitchFamily="50" charset="-128"/>
                <a:ea typeface="メイリオ" panose="020B0604030504040204" pitchFamily="50" charset="-128"/>
              </a:endParaRPr>
            </a:p>
            <a:p>
              <a:r>
                <a:rPr kumimoji="1" lang="ja-JP" altLang="en-US" sz="2400">
                  <a:latin typeface="メイリオ" panose="020B0604030504040204" pitchFamily="50" charset="-128"/>
                  <a:ea typeface="メイリオ" panose="020B0604030504040204" pitchFamily="50" charset="-128"/>
                </a:rPr>
                <a:t>糖</a:t>
              </a:r>
              <a:r>
                <a:rPr kumimoji="1" lang="ja-JP" altLang="en-US" sz="2400" dirty="0">
                  <a:latin typeface="メイリオ" panose="020B0604030504040204" pitchFamily="50" charset="-128"/>
                  <a:ea typeface="メイリオ" panose="020B0604030504040204" pitchFamily="50" charset="-128"/>
                </a:rPr>
                <a:t>代謝シミュレーションモデルで</a:t>
              </a:r>
              <a:r>
                <a:rPr kumimoji="1" lang="ja-JP" altLang="en-US" sz="2400">
                  <a:latin typeface="メイリオ" panose="020B0604030504040204" pitchFamily="50" charset="-128"/>
                  <a:ea typeface="メイリオ" panose="020B0604030504040204" pitchFamily="50" charset="-128"/>
                </a:rPr>
                <a:t>ある．</a:t>
              </a:r>
              <a:endParaRPr kumimoji="1" lang="en-US" altLang="ja-JP" sz="2400" dirty="0">
                <a:latin typeface="メイリオ" panose="020B0604030504040204" pitchFamily="50" charset="-128"/>
                <a:ea typeface="メイリオ" panose="020B0604030504040204" pitchFamily="50" charset="-128"/>
              </a:endParaRPr>
            </a:p>
            <a:p>
              <a:r>
                <a:rPr kumimoji="1" lang="en-US" altLang="ja-JP" sz="2400" dirty="0">
                  <a:latin typeface="メイリオ" panose="020B0604030504040204" pitchFamily="50" charset="-128"/>
                  <a:ea typeface="メイリオ" panose="020B0604030504040204" pitchFamily="50" charset="-128"/>
                </a:rPr>
                <a:t>1</a:t>
              </a:r>
              <a:r>
                <a:rPr kumimoji="1" lang="ja-JP" altLang="en-US" sz="2400" dirty="0">
                  <a:latin typeface="メイリオ" panose="020B0604030504040204" pitchFamily="50" charset="-128"/>
                  <a:ea typeface="メイリオ" panose="020B0604030504040204" pitchFamily="50" charset="-128"/>
                </a:rPr>
                <a:t>型糖尿病患者を精密に再現する</a:t>
              </a:r>
              <a:r>
                <a:rPr kumimoji="1" lang="ja-JP" altLang="en-US" sz="2400">
                  <a:latin typeface="メイリオ" panose="020B0604030504040204" pitchFamily="50" charset="-128"/>
                  <a:ea typeface="メイリオ" panose="020B0604030504040204" pitchFamily="50" charset="-128"/>
                </a:rPr>
                <a:t>ために</a:t>
              </a:r>
              <a:r>
                <a:rPr kumimoji="1" lang="en-US" altLang="ja-JP" sz="2400" dirty="0">
                  <a:latin typeface="メイリオ" panose="020B0604030504040204" pitchFamily="50" charset="-128"/>
                  <a:ea typeface="メイリオ" panose="020B0604030504040204" pitchFamily="50" charset="-128"/>
                </a:rPr>
                <a:t>15</a:t>
              </a:r>
              <a:r>
                <a:rPr kumimoji="1" lang="ja-JP" altLang="en-US" sz="2400">
                  <a:latin typeface="メイリオ" panose="020B0604030504040204" pitchFamily="50" charset="-128"/>
                  <a:ea typeface="メイリオ" panose="020B0604030504040204" pitchFamily="50" charset="-128"/>
                </a:rPr>
                <a:t>次元</a:t>
              </a:r>
              <a:r>
                <a:rPr kumimoji="1" lang="ja-JP" altLang="en-US" sz="2400" dirty="0">
                  <a:latin typeface="メイリオ" panose="020B0604030504040204" pitchFamily="50" charset="-128"/>
                  <a:ea typeface="メイリオ" panose="020B0604030504040204" pitchFamily="50" charset="-128"/>
                </a:rPr>
                <a:t>の</a:t>
              </a:r>
              <a:r>
                <a:rPr kumimoji="1" lang="ja-JP" altLang="en-US" sz="2400">
                  <a:latin typeface="メイリオ" panose="020B0604030504040204" pitchFamily="50" charset="-128"/>
                  <a:ea typeface="メイリオ" panose="020B0604030504040204" pitchFamily="50" charset="-128"/>
                </a:rPr>
                <a:t>状態次元</a:t>
              </a:r>
              <a:endParaRPr kumimoji="1" lang="en-US" altLang="ja-JP" sz="2400" dirty="0">
                <a:latin typeface="メイリオ" panose="020B0604030504040204" pitchFamily="50" charset="-128"/>
                <a:ea typeface="メイリオ" panose="020B0604030504040204" pitchFamily="50" charset="-128"/>
              </a:endParaRPr>
            </a:p>
            <a:p>
              <a:r>
                <a:rPr kumimoji="1" lang="ja-JP" altLang="en-US" sz="2400">
                  <a:latin typeface="メイリオ" panose="020B0604030504040204" pitchFamily="50" charset="-128"/>
                  <a:ea typeface="メイリオ" panose="020B0604030504040204" pitchFamily="50" charset="-128"/>
                </a:rPr>
                <a:t>と約</a:t>
              </a:r>
              <a:r>
                <a:rPr lang="en-US" altLang="ja-JP" sz="2400" dirty="0">
                  <a:latin typeface="メイリオ" panose="020B0604030504040204" pitchFamily="50" charset="-128"/>
                  <a:ea typeface="メイリオ" panose="020B0604030504040204" pitchFamily="50" charset="-128"/>
                </a:rPr>
                <a:t>30</a:t>
              </a:r>
              <a:r>
                <a:rPr kumimoji="1" lang="ja-JP" altLang="en-US" sz="2400">
                  <a:latin typeface="メイリオ" panose="020B0604030504040204" pitchFamily="50" charset="-128"/>
                  <a:ea typeface="メイリオ" panose="020B0604030504040204" pitchFamily="50" charset="-128"/>
                </a:rPr>
                <a:t>の</a:t>
              </a:r>
              <a:r>
                <a:rPr kumimoji="1" lang="ja-JP" altLang="en-US" sz="2400" dirty="0">
                  <a:latin typeface="メイリオ" panose="020B0604030504040204" pitchFamily="50" charset="-128"/>
                  <a:ea typeface="メイリオ" panose="020B0604030504040204" pitchFamily="50" charset="-128"/>
                </a:rPr>
                <a:t>代謝パラメータを</a:t>
              </a:r>
              <a:r>
                <a:rPr kumimoji="1" lang="ja-JP" altLang="en-US" sz="2400">
                  <a:latin typeface="メイリオ" panose="020B0604030504040204" pitchFamily="50" charset="-128"/>
                  <a:ea typeface="メイリオ" panose="020B0604030504040204" pitchFamily="50" charset="-128"/>
                </a:rPr>
                <a:t>含む．</a:t>
              </a:r>
              <a:endParaRPr kumimoji="1" lang="en-US" altLang="ja-JP" sz="2400" dirty="0">
                <a:latin typeface="メイリオ" panose="020B0604030504040204" pitchFamily="50" charset="-128"/>
                <a:ea typeface="メイリオ" panose="020B0604030504040204" pitchFamily="50" charset="-128"/>
              </a:endParaRPr>
            </a:p>
            <a:p>
              <a:r>
                <a:rPr kumimoji="1" lang="ja-JP" altLang="en-US" sz="2400">
                  <a:latin typeface="メイリオ" panose="020B0604030504040204" pitchFamily="50" charset="-128"/>
                  <a:ea typeface="メイリオ" panose="020B0604030504040204" pitchFamily="50" charset="-128"/>
                </a:rPr>
                <a:t>また</a:t>
              </a:r>
              <a:r>
                <a:rPr kumimoji="1" lang="ja-JP" altLang="en-US" sz="2400" dirty="0">
                  <a:latin typeface="メイリオ" panose="020B0604030504040204" pitchFamily="50" charset="-128"/>
                  <a:ea typeface="メイリオ" panose="020B0604030504040204" pitchFamily="50" charset="-128"/>
                </a:rPr>
                <a:t>，複数の非線形項を含む．</a:t>
              </a:r>
            </a:p>
          </p:txBody>
        </p:sp>
      </p:grpSp>
      <p:pic>
        <p:nvPicPr>
          <p:cNvPr id="120" name="図 119">
            <a:extLst>
              <a:ext uri="{FF2B5EF4-FFF2-40B4-BE49-F238E27FC236}">
                <a16:creationId xmlns:a16="http://schemas.microsoft.com/office/drawing/2014/main" id="{7F7ED59F-9592-712B-990C-AEC9D1E40718}"/>
              </a:ext>
            </a:extLst>
          </p:cNvPr>
          <p:cNvPicPr>
            <a:picLocks noChangeAspect="1"/>
          </p:cNvPicPr>
          <p:nvPr/>
        </p:nvPicPr>
        <p:blipFill>
          <a:blip r:embed="rId32"/>
          <a:stretch>
            <a:fillRect/>
          </a:stretch>
        </p:blipFill>
        <p:spPr>
          <a:xfrm>
            <a:off x="9402534" y="10099026"/>
            <a:ext cx="5543619" cy="2060129"/>
          </a:xfrm>
          <a:prstGeom prst="rect">
            <a:avLst/>
          </a:prstGeom>
        </p:spPr>
      </p:pic>
    </p:spTree>
    <p:extLst>
      <p:ext uri="{BB962C8B-B14F-4D97-AF65-F5344CB8AC3E}">
        <p14:creationId xmlns:p14="http://schemas.microsoft.com/office/powerpoint/2010/main" val="2500380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6056</TotalTime>
  <Words>606</Words>
  <Application>Microsoft Macintosh PowerPoint</Application>
  <PresentationFormat>ユーザー設定</PresentationFormat>
  <Paragraphs>73</Paragraphs>
  <Slides>1</Slides>
  <Notes>1</Notes>
  <HiddenSlides>0</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1</vt:i4>
      </vt:variant>
    </vt:vector>
  </HeadingPairs>
  <TitlesOfParts>
    <vt:vector size="12" baseType="lpstr">
      <vt:lpstr>Hiragino Kaku Gothic ProN W3</vt:lpstr>
      <vt:lpstr>メイリオ</vt:lpstr>
      <vt:lpstr>メイリオ</vt:lpstr>
      <vt:lpstr>游ゴシック</vt:lpstr>
      <vt:lpstr>游ゴシック Light</vt:lpstr>
      <vt:lpstr>Aptos</vt:lpstr>
      <vt:lpstr>Arial</vt:lpstr>
      <vt:lpstr>Cambria Math</vt:lpstr>
      <vt:lpstr>Helvetica</vt:lpstr>
      <vt:lpstr>Roboto</vt:lpstr>
      <vt:lpstr>Office テーマ</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雄太 三輪</dc:creator>
  <cp:lastModifiedBy>田辺　裕翔</cp:lastModifiedBy>
  <cp:revision>44</cp:revision>
  <cp:lastPrinted>2025-10-27T06:09:31Z</cp:lastPrinted>
  <dcterms:created xsi:type="dcterms:W3CDTF">2024-11-18T03:53:27Z</dcterms:created>
  <dcterms:modified xsi:type="dcterms:W3CDTF">2025-12-02T05:51:52Z</dcterms:modified>
</cp:coreProperties>
</file>